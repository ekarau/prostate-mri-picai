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6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473A9B-CE5E-42D8-96EA-690C0A55FE72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95F82B-C64E-4CA5-9980-93A207E6FBB7}">
      <dgm:prSet phldrT="Add an event"/>
      <dgm:spPr/>
      <dgm:t>
        <a:bodyPr/>
        <a:lstStyle/>
        <a:p>
          <a:pPr>
            <a:defRPr b="1"/>
          </a:pPr>
          <a:r>
            <a:rPr lang="en-US" b="1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1+2</a:t>
          </a:r>
          <a:endParaRPr lang="en-US" dirty="0"/>
        </a:p>
      </dgm:t>
    </dgm:pt>
    <dgm:pt modelId="{5DE3EEDE-76D1-4EAE-AE94-1F1A7C3ECE48}" type="parTrans" cxnId="{E262EAC9-4430-425D-BF74-F45C0ABDCD7A}">
      <dgm:prSet/>
      <dgm:spPr/>
      <dgm:t>
        <a:bodyPr/>
        <a:lstStyle/>
        <a:p>
          <a:endParaRPr lang="en-US"/>
        </a:p>
      </dgm:t>
    </dgm:pt>
    <dgm:pt modelId="{EEF7E98E-C192-4459-9142-C3AB6F194F29}" type="sibTrans" cxnId="{E262EAC9-4430-425D-BF74-F45C0ABDCD7A}">
      <dgm:prSet/>
      <dgm:spPr/>
      <dgm:t>
        <a:bodyPr/>
        <a:lstStyle/>
        <a:p>
          <a:endParaRPr lang="en-US"/>
        </a:p>
      </dgm:t>
    </dgm:pt>
    <dgm:pt modelId="{57206E72-15DE-45B9-A451-8C65686ECBDE}">
      <dgm:prSet phldrT="Write a description of the significance of this event"/>
      <dgm:spPr/>
      <dgm:t>
        <a:bodyPr/>
        <a:lstStyle/>
        <a:p>
          <a:r>
            <a:rPr lang="en-US" b="1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Setup &amp; data</a:t>
          </a:r>
          <a:endParaRPr lang="tr-TR" b="1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Drive mount, </a:t>
          </a:r>
          <a:r>
            <a:rPr lang="en-US" noProof="0" dirty="0" err="1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Zenodo</a:t>
          </a:r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download,</a:t>
          </a:r>
          <a:r>
            <a:rPr lang="tr-TR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20-patient subset</a:t>
          </a:r>
          <a:endParaRPr lang="en-US" dirty="0"/>
        </a:p>
      </dgm:t>
    </dgm:pt>
    <dgm:pt modelId="{09FA85A7-31A9-4930-88FA-EC2F1321AB1A}" type="parTrans" cxnId="{C535F604-6DD5-42E7-BCEA-5B1964D54B1E}">
      <dgm:prSet/>
      <dgm:spPr/>
      <dgm:t>
        <a:bodyPr/>
        <a:lstStyle/>
        <a:p>
          <a:endParaRPr lang="en-US"/>
        </a:p>
      </dgm:t>
    </dgm:pt>
    <dgm:pt modelId="{6989F362-F10F-4D06-B833-A5E7AAE27E49}" type="sibTrans" cxnId="{C535F604-6DD5-42E7-BCEA-5B1964D54B1E}">
      <dgm:prSet/>
      <dgm:spPr/>
      <dgm:t>
        <a:bodyPr/>
        <a:lstStyle/>
        <a:p>
          <a:endParaRPr lang="en-US"/>
        </a:p>
      </dgm:t>
    </dgm:pt>
    <dgm:pt modelId="{D57872BC-19F7-472C-9A7D-3C0883B6670E}">
      <dgm:prSet phldrT="Add an event" phldr="0"/>
      <dgm:spPr/>
      <dgm:t>
        <a:bodyPr/>
        <a:lstStyle/>
        <a:p>
          <a:pPr>
            <a:defRPr b="1"/>
          </a:pPr>
          <a:r>
            <a:rPr lang="en-US" b="1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3</a:t>
          </a:r>
          <a:endParaRPr lang="en-US" dirty="0"/>
        </a:p>
      </dgm:t>
    </dgm:pt>
    <dgm:pt modelId="{4C06D367-5D8E-4415-A290-8658AD986283}" type="parTrans" cxnId="{1E40229D-DE98-4C9F-A3E6-3A3A70F8C73D}">
      <dgm:prSet/>
      <dgm:spPr/>
      <dgm:t>
        <a:bodyPr/>
        <a:lstStyle/>
        <a:p>
          <a:endParaRPr lang="en-US"/>
        </a:p>
      </dgm:t>
    </dgm:pt>
    <dgm:pt modelId="{1F673CD1-B665-43A8-BD1D-63DAF0B2A844}" type="sibTrans" cxnId="{1E40229D-DE98-4C9F-A3E6-3A3A70F8C73D}">
      <dgm:prSet/>
      <dgm:spPr/>
      <dgm:t>
        <a:bodyPr/>
        <a:lstStyle/>
        <a:p>
          <a:endParaRPr lang="en-US"/>
        </a:p>
      </dgm:t>
    </dgm:pt>
    <dgm:pt modelId="{6750A988-D9D9-4CE7-9025-9673B315DCFC}">
      <dgm:prSet phldrT="Write a description of the significance of this event" phldr="0"/>
      <dgm:spPr/>
      <dgm:t>
        <a:bodyPr/>
        <a:lstStyle/>
        <a:p>
          <a:r>
            <a:rPr lang="en-US" b="1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Anatomy inference</a:t>
          </a:r>
          <a:endParaRPr lang="en-US" dirty="0"/>
        </a:p>
      </dgm:t>
    </dgm:pt>
    <dgm:pt modelId="{900BDC34-ACEC-45F2-9BDE-C9B134D704FA}" type="parTrans" cxnId="{78E89554-BF55-45CB-A20C-6998877F4AB5}">
      <dgm:prSet/>
      <dgm:spPr/>
      <dgm:t>
        <a:bodyPr/>
        <a:lstStyle/>
        <a:p>
          <a:endParaRPr lang="en-US"/>
        </a:p>
      </dgm:t>
    </dgm:pt>
    <dgm:pt modelId="{D9396473-9E94-4B49-AFEA-CBE8C0A0DF3E}" type="sibTrans" cxnId="{78E89554-BF55-45CB-A20C-6998877F4AB5}">
      <dgm:prSet/>
      <dgm:spPr/>
      <dgm:t>
        <a:bodyPr/>
        <a:lstStyle/>
        <a:p>
          <a:endParaRPr lang="en-US"/>
        </a:p>
      </dgm:t>
    </dgm:pt>
    <dgm:pt modelId="{969DED78-5DCC-4F29-AE11-B0E07B6A5F56}">
      <dgm:prSet phldrT="Add an event"/>
      <dgm:spPr/>
      <dgm:t>
        <a:bodyPr/>
        <a:lstStyle/>
        <a:p>
          <a:pPr>
            <a:defRPr b="1"/>
          </a:pPr>
          <a:r>
            <a:rPr lang="en-US" b="1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4</a:t>
          </a:r>
          <a:endParaRPr lang="en-US" dirty="0"/>
        </a:p>
      </dgm:t>
    </dgm:pt>
    <dgm:pt modelId="{C138B6BC-25EE-44D1-94EF-0D07D13BE20A}" type="parTrans" cxnId="{60078F46-107F-4A47-8AFB-0036E9FC666D}">
      <dgm:prSet/>
      <dgm:spPr/>
      <dgm:t>
        <a:bodyPr/>
        <a:lstStyle/>
        <a:p>
          <a:endParaRPr lang="en-US"/>
        </a:p>
      </dgm:t>
    </dgm:pt>
    <dgm:pt modelId="{88FF67FD-E9F2-4247-AB0B-AA980908AC66}" type="sibTrans" cxnId="{60078F46-107F-4A47-8AFB-0036E9FC666D}">
      <dgm:prSet/>
      <dgm:spPr/>
      <dgm:t>
        <a:bodyPr/>
        <a:lstStyle/>
        <a:p>
          <a:endParaRPr lang="en-US"/>
        </a:p>
      </dgm:t>
    </dgm:pt>
    <dgm:pt modelId="{9DC3F5AB-E880-40D3-99BA-99D140B824EA}">
      <dgm:prSet phldrT="Write a description of the significance of this event"/>
      <dgm:spPr/>
      <dgm:t>
        <a:bodyPr/>
        <a:lstStyle/>
        <a:p>
          <a:r>
            <a:rPr lang="en-US" b="1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Lesion evaluation</a:t>
          </a:r>
          <a:endParaRPr lang="tr-TR" b="1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Read Bosma22a as</a:t>
          </a:r>
          <a:r>
            <a:rPr lang="tr-TR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prediction</a:t>
          </a:r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,</a:t>
          </a:r>
          <a:r>
            <a:rPr lang="tr-TR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official PI-CAI metrics</a:t>
          </a:r>
          <a:endParaRPr lang="en-US" dirty="0"/>
        </a:p>
      </dgm:t>
    </dgm:pt>
    <dgm:pt modelId="{5F3521B6-EDD1-4A3B-A909-2042209E6D6B}" type="parTrans" cxnId="{6F3757D5-7E82-4369-B2CF-C4FCF3C2B9B8}">
      <dgm:prSet/>
      <dgm:spPr/>
      <dgm:t>
        <a:bodyPr/>
        <a:lstStyle/>
        <a:p>
          <a:endParaRPr lang="en-US"/>
        </a:p>
      </dgm:t>
    </dgm:pt>
    <dgm:pt modelId="{661BC23A-0877-445C-84E8-7C2C4276F659}" type="sibTrans" cxnId="{6F3757D5-7E82-4369-B2CF-C4FCF3C2B9B8}">
      <dgm:prSet/>
      <dgm:spPr/>
      <dgm:t>
        <a:bodyPr/>
        <a:lstStyle/>
        <a:p>
          <a:endParaRPr lang="en-US"/>
        </a:p>
      </dgm:t>
    </dgm:pt>
    <dgm:pt modelId="{BCE5A1DE-B6DD-43AA-9C3E-F57F4F292166}">
      <dgm:prSet phldrT="Add an event"/>
      <dgm:spPr/>
      <dgm:t>
        <a:bodyPr/>
        <a:lstStyle/>
        <a:p>
          <a:pPr>
            <a:defRPr b="1"/>
          </a:pPr>
          <a:r>
            <a:rPr lang="en-US" b="1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5</a:t>
          </a:r>
          <a:endParaRPr lang="en-US" dirty="0"/>
        </a:p>
      </dgm:t>
    </dgm:pt>
    <dgm:pt modelId="{84DA7B1B-6F4B-4EB6-B8EE-8F1BE117509D}" type="parTrans" cxnId="{342C58E3-FCB1-4033-BC27-B55B1618DE91}">
      <dgm:prSet/>
      <dgm:spPr/>
      <dgm:t>
        <a:bodyPr/>
        <a:lstStyle/>
        <a:p>
          <a:endParaRPr lang="en-US"/>
        </a:p>
      </dgm:t>
    </dgm:pt>
    <dgm:pt modelId="{F3321192-8239-4E1A-B551-321135DBB8DF}" type="sibTrans" cxnId="{342C58E3-FCB1-4033-BC27-B55B1618DE91}">
      <dgm:prSet/>
      <dgm:spPr/>
      <dgm:t>
        <a:bodyPr/>
        <a:lstStyle/>
        <a:p>
          <a:endParaRPr lang="en-US"/>
        </a:p>
      </dgm:t>
    </dgm:pt>
    <dgm:pt modelId="{87CDECF1-203B-4451-9F0D-1C0374775240}">
      <dgm:prSet phldrT="Write a description of the significance of this event"/>
      <dgm:spPr/>
      <dgm:t>
        <a:bodyPr/>
        <a:lstStyle/>
        <a:p>
          <a:r>
            <a:rPr lang="en-US" b="1" noProof="0" dirty="0" err="1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Visualisation</a:t>
          </a:r>
          <a:endParaRPr lang="tr-TR" b="1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Failure cases, dashboard,</a:t>
          </a:r>
          <a:r>
            <a:rPr lang="tr-TR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summary card</a:t>
          </a:r>
          <a:endParaRPr lang="en-US" dirty="0"/>
        </a:p>
      </dgm:t>
    </dgm:pt>
    <dgm:pt modelId="{BDD01D91-160B-4A8D-B86E-FCBA64416241}" type="parTrans" cxnId="{760C59F5-168B-452E-89D7-733EFE054CE0}">
      <dgm:prSet/>
      <dgm:spPr/>
      <dgm:t>
        <a:bodyPr/>
        <a:lstStyle/>
        <a:p>
          <a:endParaRPr lang="en-US"/>
        </a:p>
      </dgm:t>
    </dgm:pt>
    <dgm:pt modelId="{1DD4B516-9608-4C6E-812B-F39F13FB1204}" type="sibTrans" cxnId="{760C59F5-168B-452E-89D7-733EFE054CE0}">
      <dgm:prSet/>
      <dgm:spPr/>
      <dgm:t>
        <a:bodyPr/>
        <a:lstStyle/>
        <a:p>
          <a:endParaRPr lang="en-US"/>
        </a:p>
      </dgm:t>
    </dgm:pt>
    <dgm:pt modelId="{80C9F2FF-4E2B-41A5-90A2-84EB7B307F8A}">
      <dgm:prSet phldrT="Add an event"/>
      <dgm:spPr/>
      <dgm:t>
        <a:bodyPr/>
        <a:lstStyle/>
        <a:p>
          <a:pPr>
            <a:defRPr b="1"/>
          </a:pPr>
          <a:r>
            <a:rPr lang="tr-TR" b="1" noProof="0" dirty="0" err="1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Output</a:t>
          </a:r>
          <a:endParaRPr lang="en-US" dirty="0"/>
        </a:p>
      </dgm:t>
    </dgm:pt>
    <dgm:pt modelId="{4D792FD0-1394-4FA4-AC83-D90E82466633}" type="parTrans" cxnId="{2C1E94AC-9B17-474B-B38E-FFAEC9CEC60D}">
      <dgm:prSet/>
      <dgm:spPr/>
      <dgm:t>
        <a:bodyPr/>
        <a:lstStyle/>
        <a:p>
          <a:endParaRPr lang="en-US"/>
        </a:p>
      </dgm:t>
    </dgm:pt>
    <dgm:pt modelId="{C966285F-88A6-4614-BC4C-5626ECD0F4BC}" type="sibTrans" cxnId="{2C1E94AC-9B17-474B-B38E-FFAEC9CEC60D}">
      <dgm:prSet/>
      <dgm:spPr/>
      <dgm:t>
        <a:bodyPr/>
        <a:lstStyle/>
        <a:p>
          <a:endParaRPr lang="en-US"/>
        </a:p>
      </dgm:t>
    </dgm:pt>
    <dgm:pt modelId="{79C0FB58-FEEA-45DB-9ED3-44E6AE9F3ADB}">
      <dgm:prSet phldrT="Write a description of the significance of this event"/>
      <dgm:spPr/>
      <dgm:t>
        <a:bodyPr/>
        <a:lstStyle/>
        <a:p>
          <a:r>
            <a:rPr lang="tr-TR" b="1" noProof="0" dirty="0" err="1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Slide</a:t>
          </a:r>
          <a:r>
            <a:rPr lang="tr-TR" b="1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 </a:t>
          </a:r>
          <a:r>
            <a:rPr lang="tr-TR" b="1" noProof="0" dirty="0" err="1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Deck</a:t>
          </a:r>
          <a:endParaRPr lang="tr-TR" b="1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r>
            <a:rPr lang="en-US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PNG + CSV + JSON</a:t>
          </a:r>
          <a:r>
            <a:rPr lang="tr-TR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consumed downstream</a:t>
          </a:r>
          <a:endParaRPr lang="en-US" dirty="0">
            <a:solidFill>
              <a:srgbClr val="546174"/>
            </a:solidFill>
          </a:endParaRPr>
        </a:p>
      </dgm:t>
    </dgm:pt>
    <dgm:pt modelId="{1BA0DDA9-7C33-48C3-9D8A-E1E95E3516FF}" type="parTrans" cxnId="{8D4D5B45-2338-42EF-BF3C-637BC177FB5A}">
      <dgm:prSet/>
      <dgm:spPr/>
      <dgm:t>
        <a:bodyPr/>
        <a:lstStyle/>
        <a:p>
          <a:endParaRPr lang="en-US"/>
        </a:p>
      </dgm:t>
    </dgm:pt>
    <dgm:pt modelId="{857C96EF-0CA0-4E09-8C34-5F92DFAB5940}" type="sibTrans" cxnId="{8D4D5B45-2338-42EF-BF3C-637BC177FB5A}">
      <dgm:prSet/>
      <dgm:spPr/>
      <dgm:t>
        <a:bodyPr/>
        <a:lstStyle/>
        <a:p>
          <a:endParaRPr lang="en-US"/>
        </a:p>
      </dgm:t>
    </dgm:pt>
    <dgm:pt modelId="{9BD8F02C-59FB-48C4-9A85-0401A84BF45A}">
      <dgm:prSet phldrT="Write a description of the significance of this event" phldr="0"/>
      <dgm:spPr/>
      <dgm:t>
        <a:bodyPr/>
        <a:lstStyle/>
        <a:p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MONAI bundle, sliding window,</a:t>
          </a:r>
          <a:r>
            <a:rPr lang="tr-TR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Dice vs Yuan23</a:t>
          </a:r>
          <a:endParaRPr lang="en-US" dirty="0"/>
        </a:p>
      </dgm:t>
    </dgm:pt>
    <dgm:pt modelId="{E6B6B65D-0C4F-4DB2-8658-CCBA9D68218B}" type="parTrans" cxnId="{E65E9425-1C38-4AE1-941B-80276E84D121}">
      <dgm:prSet/>
      <dgm:spPr/>
      <dgm:t>
        <a:bodyPr/>
        <a:lstStyle/>
        <a:p>
          <a:endParaRPr lang="en-US"/>
        </a:p>
      </dgm:t>
    </dgm:pt>
    <dgm:pt modelId="{DC16106F-02A1-4D90-8AF3-67C6414DD698}" type="sibTrans" cxnId="{E65E9425-1C38-4AE1-941B-80276E84D121}">
      <dgm:prSet/>
      <dgm:spPr/>
      <dgm:t>
        <a:bodyPr/>
        <a:lstStyle/>
        <a:p>
          <a:endParaRPr lang="en-US"/>
        </a:p>
      </dgm:t>
    </dgm:pt>
    <dgm:pt modelId="{98A322FA-9839-4BED-91CA-B17E6535FD6A}" type="pres">
      <dgm:prSet presAssocID="{8A473A9B-CE5E-42D8-96EA-690C0A55FE72}" presName="root" presStyleCnt="0">
        <dgm:presLayoutVars>
          <dgm:dir/>
          <dgm:animLvl val="lvl"/>
        </dgm:presLayoutVars>
      </dgm:prSet>
      <dgm:spPr/>
    </dgm:pt>
    <dgm:pt modelId="{081E54D9-5911-4093-B3B1-27A6ECF5F9CA}" type="pres">
      <dgm:prSet presAssocID="{8A473A9B-CE5E-42D8-96EA-690C0A55FE72}" presName="divider" presStyleCnt="0"/>
      <dgm:spPr/>
    </dgm:pt>
    <dgm:pt modelId="{100515D7-7B70-4823-A69A-33686DB0BDA0}" type="pres">
      <dgm:prSet presAssocID="{8A473A9B-CE5E-42D8-96EA-690C0A55FE72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1171104-9B92-4F41-85F8-152B9BD4887C}" type="pres">
      <dgm:prSet presAssocID="{8A473A9B-CE5E-42D8-96EA-690C0A55FE72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0D98EC05-160F-4B82-BF96-DA8DAB9FD49A}" type="pres">
      <dgm:prSet presAssocID="{8A473A9B-CE5E-42D8-96EA-690C0A55FE72}" presName="nodes" presStyleCnt="0">
        <dgm:presLayoutVars>
          <dgm:chMax/>
          <dgm:chPref/>
          <dgm:animLvl val="lvl"/>
        </dgm:presLayoutVars>
      </dgm:prSet>
      <dgm:spPr/>
    </dgm:pt>
    <dgm:pt modelId="{9A0221D3-1FAD-4607-84C3-4FCBD5013A3E}" type="pres">
      <dgm:prSet presAssocID="{EE95F82B-C64E-4CA5-9980-93A207E6FBB7}" presName="composite" presStyleCnt="0"/>
      <dgm:spPr/>
    </dgm:pt>
    <dgm:pt modelId="{9FE61BD7-11D4-4A2D-AA98-2F56D4739396}" type="pres">
      <dgm:prSet presAssocID="{EE95F82B-C64E-4CA5-9980-93A207E6FBB7}" presName="DropPinPlaceHolder" presStyleCnt="0"/>
      <dgm:spPr/>
    </dgm:pt>
    <dgm:pt modelId="{47E7B346-6D54-4440-8246-A6CD8F450E27}" type="pres">
      <dgm:prSet presAssocID="{EE95F82B-C64E-4CA5-9980-93A207E6FBB7}" presName="DropPin" presStyleLbl="alignNode1" presStyleIdx="0" presStyleCnt="5"/>
      <dgm:spPr/>
    </dgm:pt>
    <dgm:pt modelId="{01DCE2B8-52D4-46BC-8686-CAB0010EA2A1}" type="pres">
      <dgm:prSet presAssocID="{EE95F82B-C64E-4CA5-9980-93A207E6FBB7}" presName="Ellipse" presStyleLbl="fgAcc1" presStyleIdx="0" presStyleCnt="5"/>
      <dgm:spPr/>
    </dgm:pt>
    <dgm:pt modelId="{FF91798C-19D4-4732-A948-A0914AC57925}" type="pres">
      <dgm:prSet presAssocID="{EE95F82B-C64E-4CA5-9980-93A207E6FBB7}" presName="L2TextContainer" presStyleLbl="revTx" presStyleIdx="0" presStyleCnt="10">
        <dgm:presLayoutVars>
          <dgm:bulletEnabled val="1"/>
        </dgm:presLayoutVars>
      </dgm:prSet>
      <dgm:spPr/>
    </dgm:pt>
    <dgm:pt modelId="{2722E925-D6CF-4D1C-A9CF-C005DD36FCA5}" type="pres">
      <dgm:prSet presAssocID="{EE95F82B-C64E-4CA5-9980-93A207E6FBB7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4BED1422-5051-4323-87C3-F45487FBD7BA}" type="pres">
      <dgm:prSet presAssocID="{EE95F82B-C64E-4CA5-9980-93A207E6FBB7}" presName="ConnectLine" presStyleLbl="dkBgShp" presStyleIdx="2" presStyleCnt="7"/>
      <dgm:spPr/>
    </dgm:pt>
    <dgm:pt modelId="{68EB3C21-B1BE-49B6-ACA6-1AAB2E2B12B5}" type="pres">
      <dgm:prSet presAssocID="{EE95F82B-C64E-4CA5-9980-93A207E6FBB7}" presName="ConnectorPoint" presStyleCnt="0"/>
      <dgm:spPr/>
    </dgm:pt>
    <dgm:pt modelId="{96C7D3EF-3D7B-41CF-9A0E-0D6614BE3CBE}" type="pres">
      <dgm:prSet presAssocID="{EE95F82B-C64E-4CA5-9980-93A207E6FBB7}" presName="Bullet" presStyleLbl="lnNode1" presStyleIdx="0" presStyleCnt="5"/>
      <dgm:spPr/>
    </dgm:pt>
    <dgm:pt modelId="{B61B9979-FF4B-443E-B2D2-4D521F79E509}" type="pres">
      <dgm:prSet presAssocID="{EE95F82B-C64E-4CA5-9980-93A207E6FBB7}" presName="EmptyPlaceHolder" presStyleCnt="0"/>
      <dgm:spPr/>
    </dgm:pt>
    <dgm:pt modelId="{0E9D709F-122B-40CD-BA6E-B9CD7B93F50C}" type="pres">
      <dgm:prSet presAssocID="{EEF7E98E-C192-4459-9142-C3AB6F194F29}" presName="spaceBetweenRectangles" presStyleCnt="0"/>
      <dgm:spPr/>
    </dgm:pt>
    <dgm:pt modelId="{64DD2520-E4DF-42B2-BE8F-581A6456860A}" type="pres">
      <dgm:prSet presAssocID="{D57872BC-19F7-472C-9A7D-3C0883B6670E}" presName="composite" presStyleCnt="0"/>
      <dgm:spPr/>
    </dgm:pt>
    <dgm:pt modelId="{3F50D8AF-5B3B-44FA-A46B-70068FB2113D}" type="pres">
      <dgm:prSet presAssocID="{D57872BC-19F7-472C-9A7D-3C0883B6670E}" presName="DropPinPlaceHolder" presStyleCnt="0"/>
      <dgm:spPr/>
    </dgm:pt>
    <dgm:pt modelId="{F125EAE4-639E-4D44-8A4F-EFCB134E0F8D}" type="pres">
      <dgm:prSet presAssocID="{D57872BC-19F7-472C-9A7D-3C0883B6670E}" presName="DropPin" presStyleLbl="alignNode1" presStyleIdx="1" presStyleCnt="5"/>
      <dgm:spPr/>
    </dgm:pt>
    <dgm:pt modelId="{25E61E04-1BAD-4573-8D69-569D9263E003}" type="pres">
      <dgm:prSet presAssocID="{D57872BC-19F7-472C-9A7D-3C0883B6670E}" presName="Ellipse" presStyleLbl="fgAcc1" presStyleIdx="1" presStyleCnt="5"/>
      <dgm:spPr/>
    </dgm:pt>
    <dgm:pt modelId="{128438C7-1712-486F-A6AB-B1E7F26C6781}" type="pres">
      <dgm:prSet presAssocID="{D57872BC-19F7-472C-9A7D-3C0883B6670E}" presName="L2TextContainer" presStyleLbl="revTx" presStyleIdx="2" presStyleCnt="10">
        <dgm:presLayoutVars>
          <dgm:bulletEnabled val="1"/>
        </dgm:presLayoutVars>
      </dgm:prSet>
      <dgm:spPr/>
    </dgm:pt>
    <dgm:pt modelId="{38BB5AE0-488E-4A0F-A01B-3E59110329EB}" type="pres">
      <dgm:prSet presAssocID="{D57872BC-19F7-472C-9A7D-3C0883B6670E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EFA326BC-C4EF-4B62-8580-9653BD61AE11}" type="pres">
      <dgm:prSet presAssocID="{D57872BC-19F7-472C-9A7D-3C0883B6670E}" presName="ConnectLine" presStyleLbl="dkBgShp" presStyleIdx="3" presStyleCnt="7"/>
      <dgm:spPr/>
    </dgm:pt>
    <dgm:pt modelId="{AB447F29-CB4F-42B8-B221-A575FE6B0014}" type="pres">
      <dgm:prSet presAssocID="{D57872BC-19F7-472C-9A7D-3C0883B6670E}" presName="ConnectorPoint" presStyleCnt="0"/>
      <dgm:spPr/>
    </dgm:pt>
    <dgm:pt modelId="{58A422C4-B773-40CB-AC01-39499C444643}" type="pres">
      <dgm:prSet presAssocID="{D57872BC-19F7-472C-9A7D-3C0883B6670E}" presName="Bullet" presStyleLbl="lnNode1" presStyleIdx="1" presStyleCnt="5"/>
      <dgm:spPr/>
    </dgm:pt>
    <dgm:pt modelId="{BE147CFA-1F31-466C-957B-EF6521E52A2C}" type="pres">
      <dgm:prSet presAssocID="{D57872BC-19F7-472C-9A7D-3C0883B6670E}" presName="EmptyPlaceHolder" presStyleCnt="0"/>
      <dgm:spPr/>
    </dgm:pt>
    <dgm:pt modelId="{1BBC45E2-B211-4CFB-966C-9E2DF0EDA35E}" type="pres">
      <dgm:prSet presAssocID="{1F673CD1-B665-43A8-BD1D-63DAF0B2A844}" presName="spaceBetweenRectangles" presStyleCnt="0"/>
      <dgm:spPr/>
    </dgm:pt>
    <dgm:pt modelId="{1CE25207-51AC-4D4C-BD77-FF5F6C6BABDA}" type="pres">
      <dgm:prSet presAssocID="{969DED78-5DCC-4F29-AE11-B0E07B6A5F56}" presName="composite" presStyleCnt="0"/>
      <dgm:spPr/>
    </dgm:pt>
    <dgm:pt modelId="{CF6143B2-49AA-4CBE-8CF3-B796B9176CAA}" type="pres">
      <dgm:prSet presAssocID="{969DED78-5DCC-4F29-AE11-B0E07B6A5F56}" presName="DropPinPlaceHolder" presStyleCnt="0"/>
      <dgm:spPr/>
    </dgm:pt>
    <dgm:pt modelId="{8CA71EEA-AB3F-42BF-9A6F-2754CFA3AF32}" type="pres">
      <dgm:prSet presAssocID="{969DED78-5DCC-4F29-AE11-B0E07B6A5F56}" presName="DropPin" presStyleLbl="alignNode1" presStyleIdx="2" presStyleCnt="5"/>
      <dgm:spPr/>
    </dgm:pt>
    <dgm:pt modelId="{77A7464B-EFC9-48AF-AB5B-5EB820D42B5E}" type="pres">
      <dgm:prSet presAssocID="{969DED78-5DCC-4F29-AE11-B0E07B6A5F56}" presName="Ellipse" presStyleLbl="fgAcc1" presStyleIdx="2" presStyleCnt="5"/>
      <dgm:spPr/>
    </dgm:pt>
    <dgm:pt modelId="{9961E44E-E755-4E77-B0B2-B1D79500F3CE}" type="pres">
      <dgm:prSet presAssocID="{969DED78-5DCC-4F29-AE11-B0E07B6A5F56}" presName="L2TextContainer" presStyleLbl="revTx" presStyleIdx="4" presStyleCnt="10">
        <dgm:presLayoutVars>
          <dgm:bulletEnabled val="1"/>
        </dgm:presLayoutVars>
      </dgm:prSet>
      <dgm:spPr/>
    </dgm:pt>
    <dgm:pt modelId="{BCD7CE00-6D59-4D6E-8F17-D105CFEB1CA4}" type="pres">
      <dgm:prSet presAssocID="{969DED78-5DCC-4F29-AE11-B0E07B6A5F56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01F50366-6DD0-4835-AA50-437E5C145796}" type="pres">
      <dgm:prSet presAssocID="{969DED78-5DCC-4F29-AE11-B0E07B6A5F56}" presName="ConnectLine" presStyleLbl="dkBgShp" presStyleIdx="4" presStyleCnt="7"/>
      <dgm:spPr/>
    </dgm:pt>
    <dgm:pt modelId="{2E697AC3-A991-4466-84DF-8A5E2D931124}" type="pres">
      <dgm:prSet presAssocID="{969DED78-5DCC-4F29-AE11-B0E07B6A5F56}" presName="ConnectorPoint" presStyleCnt="0"/>
      <dgm:spPr/>
    </dgm:pt>
    <dgm:pt modelId="{19D1A33B-7464-4391-9A6A-D12C46718FBE}" type="pres">
      <dgm:prSet presAssocID="{969DED78-5DCC-4F29-AE11-B0E07B6A5F56}" presName="Bullet" presStyleLbl="lnNode1" presStyleIdx="2" presStyleCnt="5"/>
      <dgm:spPr/>
    </dgm:pt>
    <dgm:pt modelId="{277EC2A2-DDEA-4FB1-AC96-63216A34F7EB}" type="pres">
      <dgm:prSet presAssocID="{969DED78-5DCC-4F29-AE11-B0E07B6A5F56}" presName="EmptyPlaceHolder" presStyleCnt="0"/>
      <dgm:spPr/>
    </dgm:pt>
    <dgm:pt modelId="{1B9A8302-6EAC-4149-BE41-DFF89A3C2BB0}" type="pres">
      <dgm:prSet presAssocID="{88FF67FD-E9F2-4247-AB0B-AA980908AC66}" presName="spaceBetweenRectangles" presStyleCnt="0"/>
      <dgm:spPr/>
    </dgm:pt>
    <dgm:pt modelId="{2883A2DB-FD37-41D3-B500-8CC19F53D4FD}" type="pres">
      <dgm:prSet presAssocID="{BCE5A1DE-B6DD-43AA-9C3E-F57F4F292166}" presName="composite" presStyleCnt="0"/>
      <dgm:spPr/>
    </dgm:pt>
    <dgm:pt modelId="{8C14887A-476C-4D16-B695-5E40D5FC984D}" type="pres">
      <dgm:prSet presAssocID="{BCE5A1DE-B6DD-43AA-9C3E-F57F4F292166}" presName="DropPinPlaceHolder" presStyleCnt="0"/>
      <dgm:spPr/>
    </dgm:pt>
    <dgm:pt modelId="{2C193C4F-EDD6-424B-B1AF-79B650216EA7}" type="pres">
      <dgm:prSet presAssocID="{BCE5A1DE-B6DD-43AA-9C3E-F57F4F292166}" presName="DropPin" presStyleLbl="alignNode1" presStyleIdx="3" presStyleCnt="5"/>
      <dgm:spPr/>
    </dgm:pt>
    <dgm:pt modelId="{587D7BBC-2677-453B-B815-9E408CCCEABA}" type="pres">
      <dgm:prSet presAssocID="{BCE5A1DE-B6DD-43AA-9C3E-F57F4F292166}" presName="Ellipse" presStyleLbl="fgAcc1" presStyleIdx="3" presStyleCnt="5"/>
      <dgm:spPr/>
    </dgm:pt>
    <dgm:pt modelId="{8E760596-0422-43D8-82CB-E6DA644D8194}" type="pres">
      <dgm:prSet presAssocID="{BCE5A1DE-B6DD-43AA-9C3E-F57F4F292166}" presName="L2TextContainer" presStyleLbl="revTx" presStyleIdx="6" presStyleCnt="10">
        <dgm:presLayoutVars>
          <dgm:bulletEnabled val="1"/>
        </dgm:presLayoutVars>
      </dgm:prSet>
      <dgm:spPr/>
    </dgm:pt>
    <dgm:pt modelId="{BAB90244-2F29-450B-AECC-855CE9369405}" type="pres">
      <dgm:prSet presAssocID="{BCE5A1DE-B6DD-43AA-9C3E-F57F4F292166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AF920CA0-D4AD-4612-905B-15325D911146}" type="pres">
      <dgm:prSet presAssocID="{BCE5A1DE-B6DD-43AA-9C3E-F57F4F292166}" presName="ConnectLine" presStyleLbl="dkBgShp" presStyleIdx="5" presStyleCnt="7"/>
      <dgm:spPr/>
    </dgm:pt>
    <dgm:pt modelId="{C69A0F23-0735-4003-8A2C-404645860EC9}" type="pres">
      <dgm:prSet presAssocID="{BCE5A1DE-B6DD-43AA-9C3E-F57F4F292166}" presName="ConnectorPoint" presStyleCnt="0"/>
      <dgm:spPr/>
    </dgm:pt>
    <dgm:pt modelId="{B31C6C34-6014-480E-9CFB-04820499D504}" type="pres">
      <dgm:prSet presAssocID="{BCE5A1DE-B6DD-43AA-9C3E-F57F4F292166}" presName="Bullet" presStyleLbl="lnNode1" presStyleIdx="3" presStyleCnt="5"/>
      <dgm:spPr/>
    </dgm:pt>
    <dgm:pt modelId="{D4171879-A411-4A86-ABB9-91ABA7DBB45B}" type="pres">
      <dgm:prSet presAssocID="{BCE5A1DE-B6DD-43AA-9C3E-F57F4F292166}" presName="EmptyPlaceHolder" presStyleCnt="0"/>
      <dgm:spPr/>
    </dgm:pt>
    <dgm:pt modelId="{8D2F7EEE-087D-475C-BFAE-4D8B12B96F8B}" type="pres">
      <dgm:prSet presAssocID="{F3321192-8239-4E1A-B551-321135DBB8DF}" presName="spaceBetweenRectangles" presStyleCnt="0"/>
      <dgm:spPr/>
    </dgm:pt>
    <dgm:pt modelId="{D2E5F4F8-840B-43E8-B191-3E27D3F8D0CF}" type="pres">
      <dgm:prSet presAssocID="{80C9F2FF-4E2B-41A5-90A2-84EB7B307F8A}" presName="composite" presStyleCnt="0"/>
      <dgm:spPr/>
    </dgm:pt>
    <dgm:pt modelId="{A5E92FDB-87B9-4939-81DD-0C2BBD8C24BE}" type="pres">
      <dgm:prSet presAssocID="{80C9F2FF-4E2B-41A5-90A2-84EB7B307F8A}" presName="DropPinPlaceHolder" presStyleCnt="0"/>
      <dgm:spPr/>
    </dgm:pt>
    <dgm:pt modelId="{1E1467D1-D101-4847-A4CD-F4B2951782E0}" type="pres">
      <dgm:prSet presAssocID="{80C9F2FF-4E2B-41A5-90A2-84EB7B307F8A}" presName="DropPin" presStyleLbl="alignNode1" presStyleIdx="4" presStyleCnt="5"/>
      <dgm:spPr/>
    </dgm:pt>
    <dgm:pt modelId="{97F30753-1F81-42D9-9375-7D3AEB373FCB}" type="pres">
      <dgm:prSet presAssocID="{80C9F2FF-4E2B-41A5-90A2-84EB7B307F8A}" presName="Ellipse" presStyleLbl="fgAcc1" presStyleIdx="4" presStyleCnt="5"/>
      <dgm:spPr/>
    </dgm:pt>
    <dgm:pt modelId="{791A000F-08EB-4D55-BF7A-0AB74A1EFC05}" type="pres">
      <dgm:prSet presAssocID="{80C9F2FF-4E2B-41A5-90A2-84EB7B307F8A}" presName="L2TextContainer" presStyleLbl="revTx" presStyleIdx="8" presStyleCnt="10">
        <dgm:presLayoutVars>
          <dgm:bulletEnabled val="1"/>
        </dgm:presLayoutVars>
      </dgm:prSet>
      <dgm:spPr/>
    </dgm:pt>
    <dgm:pt modelId="{4D288E6E-1A12-45AE-95C5-ECB54536749F}" type="pres">
      <dgm:prSet presAssocID="{80C9F2FF-4E2B-41A5-90A2-84EB7B307F8A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A120B166-C6A9-44EC-8679-BA24B31BF97E}" type="pres">
      <dgm:prSet presAssocID="{80C9F2FF-4E2B-41A5-90A2-84EB7B307F8A}" presName="ConnectLine" presStyleLbl="dkBgShp" presStyleIdx="6" presStyleCnt="7"/>
      <dgm:spPr/>
    </dgm:pt>
    <dgm:pt modelId="{38A82399-4078-4508-BE69-EADF9A9E4032}" type="pres">
      <dgm:prSet presAssocID="{80C9F2FF-4E2B-41A5-90A2-84EB7B307F8A}" presName="ConnectorPoint" presStyleCnt="0"/>
      <dgm:spPr/>
    </dgm:pt>
    <dgm:pt modelId="{9E2B7921-308C-4200-A233-70A2FC3A2736}" type="pres">
      <dgm:prSet presAssocID="{80C9F2FF-4E2B-41A5-90A2-84EB7B307F8A}" presName="Bullet" presStyleLbl="lnNode1" presStyleIdx="4" presStyleCnt="5"/>
      <dgm:spPr/>
    </dgm:pt>
    <dgm:pt modelId="{6C986828-EB71-47BD-9E3D-EA580E047E71}" type="pres">
      <dgm:prSet presAssocID="{80C9F2FF-4E2B-41A5-90A2-84EB7B307F8A}" presName="EmptyPlaceHolder" presStyleCnt="0"/>
      <dgm:spPr/>
    </dgm:pt>
  </dgm:ptLst>
  <dgm:cxnLst>
    <dgm:cxn modelId="{C535F604-6DD5-42E7-BCEA-5B1964D54B1E}" srcId="{EE95F82B-C64E-4CA5-9980-93A207E6FBB7}" destId="{57206E72-15DE-45B9-A451-8C65686ECBDE}" srcOrd="0" destOrd="0" parTransId="{09FA85A7-31A9-4930-88FA-EC2F1321AB1A}" sibTransId="{6989F362-F10F-4D06-B833-A5E7AAE27E49}"/>
    <dgm:cxn modelId="{E65E9425-1C38-4AE1-941B-80276E84D121}" srcId="{D57872BC-19F7-472C-9A7D-3C0883B6670E}" destId="{9BD8F02C-59FB-48C4-9A85-0401A84BF45A}" srcOrd="1" destOrd="0" parTransId="{E6B6B65D-0C4F-4DB2-8658-CCBA9D68218B}" sibTransId="{DC16106F-02A1-4D90-8AF3-67C6414DD698}"/>
    <dgm:cxn modelId="{DAB39E36-FFB4-4F27-B3D4-478A8E11B248}" type="presOf" srcId="{D57872BC-19F7-472C-9A7D-3C0883B6670E}" destId="{38BB5AE0-488E-4A0F-A01B-3E59110329EB}" srcOrd="0" destOrd="0" presId="urn:microsoft.com/office/officeart/2024/layout/BulletTimeline"/>
    <dgm:cxn modelId="{1500A95F-96CF-4005-AA18-043E0C6E6E3F}" type="presOf" srcId="{8A473A9B-CE5E-42D8-96EA-690C0A55FE72}" destId="{98A322FA-9839-4BED-91CA-B17E6535FD6A}" srcOrd="0" destOrd="0" presId="urn:microsoft.com/office/officeart/2024/layout/BulletTimeline"/>
    <dgm:cxn modelId="{2477EF61-D35A-4BB7-AFDE-5A26F723078D}" type="presOf" srcId="{57206E72-15DE-45B9-A451-8C65686ECBDE}" destId="{FF91798C-19D4-4732-A948-A0914AC57925}" srcOrd="0" destOrd="0" presId="urn:microsoft.com/office/officeart/2024/layout/BulletTimeline"/>
    <dgm:cxn modelId="{7EC76344-1521-4924-B9C3-E06DF4A1B6C1}" type="presOf" srcId="{969DED78-5DCC-4F29-AE11-B0E07B6A5F56}" destId="{BCD7CE00-6D59-4D6E-8F17-D105CFEB1CA4}" srcOrd="0" destOrd="0" presId="urn:microsoft.com/office/officeart/2024/layout/BulletTimeline"/>
    <dgm:cxn modelId="{8D4D5B45-2338-42EF-BF3C-637BC177FB5A}" srcId="{80C9F2FF-4E2B-41A5-90A2-84EB7B307F8A}" destId="{79C0FB58-FEEA-45DB-9ED3-44E6AE9F3ADB}" srcOrd="0" destOrd="0" parTransId="{1BA0DDA9-7C33-48C3-9D8A-E1E95E3516FF}" sibTransId="{857C96EF-0CA0-4E09-8C34-5F92DFAB5940}"/>
    <dgm:cxn modelId="{60078F46-107F-4A47-8AFB-0036E9FC666D}" srcId="{8A473A9B-CE5E-42D8-96EA-690C0A55FE72}" destId="{969DED78-5DCC-4F29-AE11-B0E07B6A5F56}" srcOrd="2" destOrd="0" parTransId="{C138B6BC-25EE-44D1-94EF-0D07D13BE20A}" sibTransId="{88FF67FD-E9F2-4247-AB0B-AA980908AC66}"/>
    <dgm:cxn modelId="{BC262873-8D3F-42DC-B5BF-0E33EFFA8DBF}" type="presOf" srcId="{9DC3F5AB-E880-40D3-99BA-99D140B824EA}" destId="{9961E44E-E755-4E77-B0B2-B1D79500F3CE}" srcOrd="0" destOrd="0" presId="urn:microsoft.com/office/officeart/2024/layout/BulletTimeline"/>
    <dgm:cxn modelId="{4AAC4A53-2569-46D2-ACCD-930A8BDC251B}" type="presOf" srcId="{EE95F82B-C64E-4CA5-9980-93A207E6FBB7}" destId="{2722E925-D6CF-4D1C-A9CF-C005DD36FCA5}" srcOrd="0" destOrd="0" presId="urn:microsoft.com/office/officeart/2024/layout/BulletTimeline"/>
    <dgm:cxn modelId="{78E89554-BF55-45CB-A20C-6998877F4AB5}" srcId="{D57872BC-19F7-472C-9A7D-3C0883B6670E}" destId="{6750A988-D9D9-4CE7-9025-9673B315DCFC}" srcOrd="0" destOrd="0" parTransId="{900BDC34-ACEC-45F2-9BDE-C9B134D704FA}" sibTransId="{D9396473-9E94-4B49-AFEA-CBE8C0A0DF3E}"/>
    <dgm:cxn modelId="{1E40229D-DE98-4C9F-A3E6-3A3A70F8C73D}" srcId="{8A473A9B-CE5E-42D8-96EA-690C0A55FE72}" destId="{D57872BC-19F7-472C-9A7D-3C0883B6670E}" srcOrd="1" destOrd="0" parTransId="{4C06D367-5D8E-4415-A290-8658AD986283}" sibTransId="{1F673CD1-B665-43A8-BD1D-63DAF0B2A844}"/>
    <dgm:cxn modelId="{2C1E94AC-9B17-474B-B38E-FFAEC9CEC60D}" srcId="{8A473A9B-CE5E-42D8-96EA-690C0A55FE72}" destId="{80C9F2FF-4E2B-41A5-90A2-84EB7B307F8A}" srcOrd="4" destOrd="0" parTransId="{4D792FD0-1394-4FA4-AC83-D90E82466633}" sibTransId="{C966285F-88A6-4614-BC4C-5626ECD0F4BC}"/>
    <dgm:cxn modelId="{1E7D3DB8-8537-4677-A0D2-8CE4A182D9F8}" type="presOf" srcId="{9BD8F02C-59FB-48C4-9A85-0401A84BF45A}" destId="{128438C7-1712-486F-A6AB-B1E7F26C6781}" srcOrd="0" destOrd="1" presId="urn:microsoft.com/office/officeart/2024/layout/BulletTimeline"/>
    <dgm:cxn modelId="{97EE2CB9-01D4-4699-82A0-1CDC6503DF99}" type="presOf" srcId="{87CDECF1-203B-4451-9F0D-1C0374775240}" destId="{8E760596-0422-43D8-82CB-E6DA644D8194}" srcOrd="0" destOrd="0" presId="urn:microsoft.com/office/officeart/2024/layout/BulletTimeline"/>
    <dgm:cxn modelId="{C56678C9-FCB9-48F4-8067-800415CEC981}" type="presOf" srcId="{BCE5A1DE-B6DD-43AA-9C3E-F57F4F292166}" destId="{BAB90244-2F29-450B-AECC-855CE9369405}" srcOrd="0" destOrd="0" presId="urn:microsoft.com/office/officeart/2024/layout/BulletTimeline"/>
    <dgm:cxn modelId="{E262EAC9-4430-425D-BF74-F45C0ABDCD7A}" srcId="{8A473A9B-CE5E-42D8-96EA-690C0A55FE72}" destId="{EE95F82B-C64E-4CA5-9980-93A207E6FBB7}" srcOrd="0" destOrd="0" parTransId="{5DE3EEDE-76D1-4EAE-AE94-1F1A7C3ECE48}" sibTransId="{EEF7E98E-C192-4459-9142-C3AB6F194F29}"/>
    <dgm:cxn modelId="{6F3757D5-7E82-4369-B2CF-C4FCF3C2B9B8}" srcId="{969DED78-5DCC-4F29-AE11-B0E07B6A5F56}" destId="{9DC3F5AB-E880-40D3-99BA-99D140B824EA}" srcOrd="0" destOrd="0" parTransId="{5F3521B6-EDD1-4A3B-A909-2042209E6D6B}" sibTransId="{661BC23A-0877-445C-84E8-7C2C4276F659}"/>
    <dgm:cxn modelId="{59665BD7-2B2E-4244-BB22-A635C5ECF83D}" type="presOf" srcId="{79C0FB58-FEEA-45DB-9ED3-44E6AE9F3ADB}" destId="{791A000F-08EB-4D55-BF7A-0AB74A1EFC05}" srcOrd="0" destOrd="0" presId="urn:microsoft.com/office/officeart/2024/layout/BulletTimeline"/>
    <dgm:cxn modelId="{DEF8B6DD-4B27-49F9-BB9D-60C16F8AAD52}" type="presOf" srcId="{6750A988-D9D9-4CE7-9025-9673B315DCFC}" destId="{128438C7-1712-486F-A6AB-B1E7F26C6781}" srcOrd="0" destOrd="0" presId="urn:microsoft.com/office/officeart/2024/layout/BulletTimeline"/>
    <dgm:cxn modelId="{342C58E3-FCB1-4033-BC27-B55B1618DE91}" srcId="{8A473A9B-CE5E-42D8-96EA-690C0A55FE72}" destId="{BCE5A1DE-B6DD-43AA-9C3E-F57F4F292166}" srcOrd="3" destOrd="0" parTransId="{84DA7B1B-6F4B-4EB6-B8EE-8F1BE117509D}" sibTransId="{F3321192-8239-4E1A-B551-321135DBB8DF}"/>
    <dgm:cxn modelId="{760C59F5-168B-452E-89D7-733EFE054CE0}" srcId="{BCE5A1DE-B6DD-43AA-9C3E-F57F4F292166}" destId="{87CDECF1-203B-4451-9F0D-1C0374775240}" srcOrd="0" destOrd="0" parTransId="{BDD01D91-160B-4A8D-B86E-FCBA64416241}" sibTransId="{1DD4B516-9608-4C6E-812B-F39F13FB1204}"/>
    <dgm:cxn modelId="{9C62D7FA-242F-41F5-86AA-C6DAEB2D2F73}" type="presOf" srcId="{80C9F2FF-4E2B-41A5-90A2-84EB7B307F8A}" destId="{4D288E6E-1A12-45AE-95C5-ECB54536749F}" srcOrd="0" destOrd="0" presId="urn:microsoft.com/office/officeart/2024/layout/BulletTimeline"/>
    <dgm:cxn modelId="{AA61AA3D-031E-4E94-B4DF-5436BAE5E54A}" type="presParOf" srcId="{98A322FA-9839-4BED-91CA-B17E6535FD6A}" destId="{081E54D9-5911-4093-B3B1-27A6ECF5F9CA}" srcOrd="0" destOrd="0" presId="urn:microsoft.com/office/officeart/2024/layout/BulletTimeline"/>
    <dgm:cxn modelId="{7BD2FA1B-6AF7-4BF5-901B-0D546AB4208F}" type="presParOf" srcId="{081E54D9-5911-4093-B3B1-27A6ECF5F9CA}" destId="{100515D7-7B70-4823-A69A-33686DB0BDA0}" srcOrd="0" destOrd="0" presId="urn:microsoft.com/office/officeart/2024/layout/BulletTimeline"/>
    <dgm:cxn modelId="{99699733-6DCE-4EB7-A9D7-8C0821DFFCD4}" type="presParOf" srcId="{081E54D9-5911-4093-B3B1-27A6ECF5F9CA}" destId="{81171104-9B92-4F41-85F8-152B9BD4887C}" srcOrd="1" destOrd="0" presId="urn:microsoft.com/office/officeart/2024/layout/BulletTimeline"/>
    <dgm:cxn modelId="{8AEF5B8E-3A88-404F-A9CA-B8CA004AF78B}" type="presParOf" srcId="{98A322FA-9839-4BED-91CA-B17E6535FD6A}" destId="{0D98EC05-160F-4B82-BF96-DA8DAB9FD49A}" srcOrd="1" destOrd="0" presId="urn:microsoft.com/office/officeart/2024/layout/BulletTimeline"/>
    <dgm:cxn modelId="{A3CAC1F0-079A-4F50-893C-A5DA97A1DCD7}" type="presParOf" srcId="{0D98EC05-160F-4B82-BF96-DA8DAB9FD49A}" destId="{9A0221D3-1FAD-4607-84C3-4FCBD5013A3E}" srcOrd="0" destOrd="0" presId="urn:microsoft.com/office/officeart/2024/layout/BulletTimeline"/>
    <dgm:cxn modelId="{2155FEA4-0102-4084-A2F8-DCFDCF5E3646}" type="presParOf" srcId="{9A0221D3-1FAD-4607-84C3-4FCBD5013A3E}" destId="{9FE61BD7-11D4-4A2D-AA98-2F56D4739396}" srcOrd="0" destOrd="0" presId="urn:microsoft.com/office/officeart/2024/layout/BulletTimeline"/>
    <dgm:cxn modelId="{FD3698C5-288C-474E-9381-25DCE71FA058}" type="presParOf" srcId="{9FE61BD7-11D4-4A2D-AA98-2F56D4739396}" destId="{47E7B346-6D54-4440-8246-A6CD8F450E27}" srcOrd="0" destOrd="0" presId="urn:microsoft.com/office/officeart/2024/layout/BulletTimeline"/>
    <dgm:cxn modelId="{0855B963-E15B-4E7B-B72B-F69FA1C22AFD}" type="presParOf" srcId="{9FE61BD7-11D4-4A2D-AA98-2F56D4739396}" destId="{01DCE2B8-52D4-46BC-8686-CAB0010EA2A1}" srcOrd="1" destOrd="0" presId="urn:microsoft.com/office/officeart/2024/layout/BulletTimeline"/>
    <dgm:cxn modelId="{93E7741B-E603-492E-8A0E-5C4C0E66B58F}" type="presParOf" srcId="{9A0221D3-1FAD-4607-84C3-4FCBD5013A3E}" destId="{FF91798C-19D4-4732-A948-A0914AC57925}" srcOrd="1" destOrd="0" presId="urn:microsoft.com/office/officeart/2024/layout/BulletTimeline"/>
    <dgm:cxn modelId="{76F5D397-75D9-49B4-97B8-3977F692725D}" type="presParOf" srcId="{9A0221D3-1FAD-4607-84C3-4FCBD5013A3E}" destId="{2722E925-D6CF-4D1C-A9CF-C005DD36FCA5}" srcOrd="2" destOrd="0" presId="urn:microsoft.com/office/officeart/2024/layout/BulletTimeline"/>
    <dgm:cxn modelId="{4C5BAAB0-4DDD-4256-82BE-0998EEC8D184}" type="presParOf" srcId="{9A0221D3-1FAD-4607-84C3-4FCBD5013A3E}" destId="{4BED1422-5051-4323-87C3-F45487FBD7BA}" srcOrd="3" destOrd="0" presId="urn:microsoft.com/office/officeart/2024/layout/BulletTimeline"/>
    <dgm:cxn modelId="{D722C238-D2CA-48BE-AB86-4422C287482D}" type="presParOf" srcId="{9A0221D3-1FAD-4607-84C3-4FCBD5013A3E}" destId="{68EB3C21-B1BE-49B6-ACA6-1AAB2E2B12B5}" srcOrd="4" destOrd="0" presId="urn:microsoft.com/office/officeart/2024/layout/BulletTimeline"/>
    <dgm:cxn modelId="{51BD5325-B7B0-4C16-9CC5-92A88DE7FDDA}" type="presParOf" srcId="{68EB3C21-B1BE-49B6-ACA6-1AAB2E2B12B5}" destId="{96C7D3EF-3D7B-41CF-9A0E-0D6614BE3CBE}" srcOrd="0" destOrd="0" presId="urn:microsoft.com/office/officeart/2024/layout/BulletTimeline"/>
    <dgm:cxn modelId="{4BC00301-A825-4240-B91F-3DABA49A8172}" type="presParOf" srcId="{9A0221D3-1FAD-4607-84C3-4FCBD5013A3E}" destId="{B61B9979-FF4B-443E-B2D2-4D521F79E509}" srcOrd="5" destOrd="0" presId="urn:microsoft.com/office/officeart/2024/layout/BulletTimeline"/>
    <dgm:cxn modelId="{6BD11E36-E1CB-4E2B-90A3-DAE651B2F025}" type="presParOf" srcId="{0D98EC05-160F-4B82-BF96-DA8DAB9FD49A}" destId="{0E9D709F-122B-40CD-BA6E-B9CD7B93F50C}" srcOrd="1" destOrd="0" presId="urn:microsoft.com/office/officeart/2024/layout/BulletTimeline"/>
    <dgm:cxn modelId="{70937371-9797-4D8D-862B-A91909DEBEB5}" type="presParOf" srcId="{0D98EC05-160F-4B82-BF96-DA8DAB9FD49A}" destId="{64DD2520-E4DF-42B2-BE8F-581A6456860A}" srcOrd="2" destOrd="0" presId="urn:microsoft.com/office/officeart/2024/layout/BulletTimeline"/>
    <dgm:cxn modelId="{9C8FB660-D73E-47FB-814F-75CB151CCF54}" type="presParOf" srcId="{64DD2520-E4DF-42B2-BE8F-581A6456860A}" destId="{3F50D8AF-5B3B-44FA-A46B-70068FB2113D}" srcOrd="0" destOrd="0" presId="urn:microsoft.com/office/officeart/2024/layout/BulletTimeline"/>
    <dgm:cxn modelId="{A2423BDC-2D9D-44B5-A2B9-243D13FFFE38}" type="presParOf" srcId="{3F50D8AF-5B3B-44FA-A46B-70068FB2113D}" destId="{F125EAE4-639E-4D44-8A4F-EFCB134E0F8D}" srcOrd="0" destOrd="0" presId="urn:microsoft.com/office/officeart/2024/layout/BulletTimeline"/>
    <dgm:cxn modelId="{61023EDC-977B-42BD-8E17-6E2A6636FCDD}" type="presParOf" srcId="{3F50D8AF-5B3B-44FA-A46B-70068FB2113D}" destId="{25E61E04-1BAD-4573-8D69-569D9263E003}" srcOrd="1" destOrd="0" presId="urn:microsoft.com/office/officeart/2024/layout/BulletTimeline"/>
    <dgm:cxn modelId="{8FCF0067-B0E2-42BD-958B-FD15E730335E}" type="presParOf" srcId="{64DD2520-E4DF-42B2-BE8F-581A6456860A}" destId="{128438C7-1712-486F-A6AB-B1E7F26C6781}" srcOrd="1" destOrd="0" presId="urn:microsoft.com/office/officeart/2024/layout/BulletTimeline"/>
    <dgm:cxn modelId="{D7D5C40D-0771-436D-A73A-041D137F09FC}" type="presParOf" srcId="{64DD2520-E4DF-42B2-BE8F-581A6456860A}" destId="{38BB5AE0-488E-4A0F-A01B-3E59110329EB}" srcOrd="2" destOrd="0" presId="urn:microsoft.com/office/officeart/2024/layout/BulletTimeline"/>
    <dgm:cxn modelId="{8E1CA5DF-D5F9-47DE-9FAD-D8256D6B32E9}" type="presParOf" srcId="{64DD2520-E4DF-42B2-BE8F-581A6456860A}" destId="{EFA326BC-C4EF-4B62-8580-9653BD61AE11}" srcOrd="3" destOrd="0" presId="urn:microsoft.com/office/officeart/2024/layout/BulletTimeline"/>
    <dgm:cxn modelId="{6E2A4CFC-371B-40AF-89D2-583697A11DA5}" type="presParOf" srcId="{64DD2520-E4DF-42B2-BE8F-581A6456860A}" destId="{AB447F29-CB4F-42B8-B221-A575FE6B0014}" srcOrd="4" destOrd="0" presId="urn:microsoft.com/office/officeart/2024/layout/BulletTimeline"/>
    <dgm:cxn modelId="{0EC5279F-D641-4761-8902-F64153BC9502}" type="presParOf" srcId="{AB447F29-CB4F-42B8-B221-A575FE6B0014}" destId="{58A422C4-B773-40CB-AC01-39499C444643}" srcOrd="0" destOrd="0" presId="urn:microsoft.com/office/officeart/2024/layout/BulletTimeline"/>
    <dgm:cxn modelId="{6ED3E1BC-7222-4B99-8183-CE47C8775A85}" type="presParOf" srcId="{64DD2520-E4DF-42B2-BE8F-581A6456860A}" destId="{BE147CFA-1F31-466C-957B-EF6521E52A2C}" srcOrd="5" destOrd="0" presId="urn:microsoft.com/office/officeart/2024/layout/BulletTimeline"/>
    <dgm:cxn modelId="{7A689A9E-5F1D-4B61-B76A-16BDA3ECE1A0}" type="presParOf" srcId="{0D98EC05-160F-4B82-BF96-DA8DAB9FD49A}" destId="{1BBC45E2-B211-4CFB-966C-9E2DF0EDA35E}" srcOrd="3" destOrd="0" presId="urn:microsoft.com/office/officeart/2024/layout/BulletTimeline"/>
    <dgm:cxn modelId="{06200C28-249F-4CDE-BEAC-353C07DE2D10}" type="presParOf" srcId="{0D98EC05-160F-4B82-BF96-DA8DAB9FD49A}" destId="{1CE25207-51AC-4D4C-BD77-FF5F6C6BABDA}" srcOrd="4" destOrd="0" presId="urn:microsoft.com/office/officeart/2024/layout/BulletTimeline"/>
    <dgm:cxn modelId="{DBC76035-AB5E-40D8-88CC-5CF2244D0439}" type="presParOf" srcId="{1CE25207-51AC-4D4C-BD77-FF5F6C6BABDA}" destId="{CF6143B2-49AA-4CBE-8CF3-B796B9176CAA}" srcOrd="0" destOrd="0" presId="urn:microsoft.com/office/officeart/2024/layout/BulletTimeline"/>
    <dgm:cxn modelId="{32B4EB1F-966E-4C48-9C11-39D4C5E26855}" type="presParOf" srcId="{CF6143B2-49AA-4CBE-8CF3-B796B9176CAA}" destId="{8CA71EEA-AB3F-42BF-9A6F-2754CFA3AF32}" srcOrd="0" destOrd="0" presId="urn:microsoft.com/office/officeart/2024/layout/BulletTimeline"/>
    <dgm:cxn modelId="{9208794A-C79D-4AF0-A4CE-1D02F0893A9A}" type="presParOf" srcId="{CF6143B2-49AA-4CBE-8CF3-B796B9176CAA}" destId="{77A7464B-EFC9-48AF-AB5B-5EB820D42B5E}" srcOrd="1" destOrd="0" presId="urn:microsoft.com/office/officeart/2024/layout/BulletTimeline"/>
    <dgm:cxn modelId="{58BFC9BB-FB5C-43A5-9CA8-7E53F2F855AE}" type="presParOf" srcId="{1CE25207-51AC-4D4C-BD77-FF5F6C6BABDA}" destId="{9961E44E-E755-4E77-B0B2-B1D79500F3CE}" srcOrd="1" destOrd="0" presId="urn:microsoft.com/office/officeart/2024/layout/BulletTimeline"/>
    <dgm:cxn modelId="{B23D04BD-F32E-416A-A6F9-DA6083103E9B}" type="presParOf" srcId="{1CE25207-51AC-4D4C-BD77-FF5F6C6BABDA}" destId="{BCD7CE00-6D59-4D6E-8F17-D105CFEB1CA4}" srcOrd="2" destOrd="0" presId="urn:microsoft.com/office/officeart/2024/layout/BulletTimeline"/>
    <dgm:cxn modelId="{81961FD5-B3F6-4695-9F6A-7F4796DDA12F}" type="presParOf" srcId="{1CE25207-51AC-4D4C-BD77-FF5F6C6BABDA}" destId="{01F50366-6DD0-4835-AA50-437E5C145796}" srcOrd="3" destOrd="0" presId="urn:microsoft.com/office/officeart/2024/layout/BulletTimeline"/>
    <dgm:cxn modelId="{AC889835-C65F-4FC6-B099-684F58DB0B17}" type="presParOf" srcId="{1CE25207-51AC-4D4C-BD77-FF5F6C6BABDA}" destId="{2E697AC3-A991-4466-84DF-8A5E2D931124}" srcOrd="4" destOrd="0" presId="urn:microsoft.com/office/officeart/2024/layout/BulletTimeline"/>
    <dgm:cxn modelId="{A2EF00F8-9A95-49CE-9F10-EC124951CE1B}" type="presParOf" srcId="{2E697AC3-A991-4466-84DF-8A5E2D931124}" destId="{19D1A33B-7464-4391-9A6A-D12C46718FBE}" srcOrd="0" destOrd="0" presId="urn:microsoft.com/office/officeart/2024/layout/BulletTimeline"/>
    <dgm:cxn modelId="{1B95F65D-D95A-4536-B086-CEA157CEB5C7}" type="presParOf" srcId="{1CE25207-51AC-4D4C-BD77-FF5F6C6BABDA}" destId="{277EC2A2-DDEA-4FB1-AC96-63216A34F7EB}" srcOrd="5" destOrd="0" presId="urn:microsoft.com/office/officeart/2024/layout/BulletTimeline"/>
    <dgm:cxn modelId="{DA656F7E-2169-4A39-966C-76CF3C88ACB8}" type="presParOf" srcId="{0D98EC05-160F-4B82-BF96-DA8DAB9FD49A}" destId="{1B9A8302-6EAC-4149-BE41-DFF89A3C2BB0}" srcOrd="5" destOrd="0" presId="urn:microsoft.com/office/officeart/2024/layout/BulletTimeline"/>
    <dgm:cxn modelId="{423D03B3-1E2D-4FCA-B292-542FD03E72B3}" type="presParOf" srcId="{0D98EC05-160F-4B82-BF96-DA8DAB9FD49A}" destId="{2883A2DB-FD37-41D3-B500-8CC19F53D4FD}" srcOrd="6" destOrd="0" presId="urn:microsoft.com/office/officeart/2024/layout/BulletTimeline"/>
    <dgm:cxn modelId="{41C6FF79-7A5D-499D-A9AC-CB314FBA8963}" type="presParOf" srcId="{2883A2DB-FD37-41D3-B500-8CC19F53D4FD}" destId="{8C14887A-476C-4D16-B695-5E40D5FC984D}" srcOrd="0" destOrd="0" presId="urn:microsoft.com/office/officeart/2024/layout/BulletTimeline"/>
    <dgm:cxn modelId="{BE9A38EF-5749-4EE9-897E-C1314B7E618E}" type="presParOf" srcId="{8C14887A-476C-4D16-B695-5E40D5FC984D}" destId="{2C193C4F-EDD6-424B-B1AF-79B650216EA7}" srcOrd="0" destOrd="0" presId="urn:microsoft.com/office/officeart/2024/layout/BulletTimeline"/>
    <dgm:cxn modelId="{9FC7402C-45BB-4990-BDB5-3C0E13C20626}" type="presParOf" srcId="{8C14887A-476C-4D16-B695-5E40D5FC984D}" destId="{587D7BBC-2677-453B-B815-9E408CCCEABA}" srcOrd="1" destOrd="0" presId="urn:microsoft.com/office/officeart/2024/layout/BulletTimeline"/>
    <dgm:cxn modelId="{9B7DDA4E-8D54-474F-8B45-D5EA331DEB48}" type="presParOf" srcId="{2883A2DB-FD37-41D3-B500-8CC19F53D4FD}" destId="{8E760596-0422-43D8-82CB-E6DA644D8194}" srcOrd="1" destOrd="0" presId="urn:microsoft.com/office/officeart/2024/layout/BulletTimeline"/>
    <dgm:cxn modelId="{FF58DF47-0D92-4D68-94E1-5A9711D6E42B}" type="presParOf" srcId="{2883A2DB-FD37-41D3-B500-8CC19F53D4FD}" destId="{BAB90244-2F29-450B-AECC-855CE9369405}" srcOrd="2" destOrd="0" presId="urn:microsoft.com/office/officeart/2024/layout/BulletTimeline"/>
    <dgm:cxn modelId="{FCD60EB4-E2B4-48F1-A372-E29295155AA6}" type="presParOf" srcId="{2883A2DB-FD37-41D3-B500-8CC19F53D4FD}" destId="{AF920CA0-D4AD-4612-905B-15325D911146}" srcOrd="3" destOrd="0" presId="urn:microsoft.com/office/officeart/2024/layout/BulletTimeline"/>
    <dgm:cxn modelId="{69E1EC47-1697-4EF7-9ACF-58DCA4DA7D08}" type="presParOf" srcId="{2883A2DB-FD37-41D3-B500-8CC19F53D4FD}" destId="{C69A0F23-0735-4003-8A2C-404645860EC9}" srcOrd="4" destOrd="0" presId="urn:microsoft.com/office/officeart/2024/layout/BulletTimeline"/>
    <dgm:cxn modelId="{72B2FED4-4A5B-4EA5-9B6F-832C6405F361}" type="presParOf" srcId="{C69A0F23-0735-4003-8A2C-404645860EC9}" destId="{B31C6C34-6014-480E-9CFB-04820499D504}" srcOrd="0" destOrd="0" presId="urn:microsoft.com/office/officeart/2024/layout/BulletTimeline"/>
    <dgm:cxn modelId="{C2E7F07A-509B-47EA-B66F-B4A1685214E6}" type="presParOf" srcId="{2883A2DB-FD37-41D3-B500-8CC19F53D4FD}" destId="{D4171879-A411-4A86-ABB9-91ABA7DBB45B}" srcOrd="5" destOrd="0" presId="urn:microsoft.com/office/officeart/2024/layout/BulletTimeline"/>
    <dgm:cxn modelId="{F841A884-1874-43F0-96BC-EE25A0B9756A}" type="presParOf" srcId="{0D98EC05-160F-4B82-BF96-DA8DAB9FD49A}" destId="{8D2F7EEE-087D-475C-BFAE-4D8B12B96F8B}" srcOrd="7" destOrd="0" presId="urn:microsoft.com/office/officeart/2024/layout/BulletTimeline"/>
    <dgm:cxn modelId="{7F9B7028-18A5-4904-B3A0-ABE7B692A471}" type="presParOf" srcId="{0D98EC05-160F-4B82-BF96-DA8DAB9FD49A}" destId="{D2E5F4F8-840B-43E8-B191-3E27D3F8D0CF}" srcOrd="8" destOrd="0" presId="urn:microsoft.com/office/officeart/2024/layout/BulletTimeline"/>
    <dgm:cxn modelId="{6E1697E1-F420-46C9-B599-AA427D700D42}" type="presParOf" srcId="{D2E5F4F8-840B-43E8-B191-3E27D3F8D0CF}" destId="{A5E92FDB-87B9-4939-81DD-0C2BBD8C24BE}" srcOrd="0" destOrd="0" presId="urn:microsoft.com/office/officeart/2024/layout/BulletTimeline"/>
    <dgm:cxn modelId="{A36E63A4-8FA5-4DAC-810A-9D23BE72C273}" type="presParOf" srcId="{A5E92FDB-87B9-4939-81DD-0C2BBD8C24BE}" destId="{1E1467D1-D101-4847-A4CD-F4B2951782E0}" srcOrd="0" destOrd="0" presId="urn:microsoft.com/office/officeart/2024/layout/BulletTimeline"/>
    <dgm:cxn modelId="{0F7A332D-325B-4A14-BA1B-D327175B40C1}" type="presParOf" srcId="{A5E92FDB-87B9-4939-81DD-0C2BBD8C24BE}" destId="{97F30753-1F81-42D9-9375-7D3AEB373FCB}" srcOrd="1" destOrd="0" presId="urn:microsoft.com/office/officeart/2024/layout/BulletTimeline"/>
    <dgm:cxn modelId="{8B0B1736-CD9F-47A1-B0D9-55C65740770B}" type="presParOf" srcId="{D2E5F4F8-840B-43E8-B191-3E27D3F8D0CF}" destId="{791A000F-08EB-4D55-BF7A-0AB74A1EFC05}" srcOrd="1" destOrd="0" presId="urn:microsoft.com/office/officeart/2024/layout/BulletTimeline"/>
    <dgm:cxn modelId="{7D5A7D2A-07B0-4F8C-AD5B-9CD15CEAC752}" type="presParOf" srcId="{D2E5F4F8-840B-43E8-B191-3E27D3F8D0CF}" destId="{4D288E6E-1A12-45AE-95C5-ECB54536749F}" srcOrd="2" destOrd="0" presId="urn:microsoft.com/office/officeart/2024/layout/BulletTimeline"/>
    <dgm:cxn modelId="{0C03A9AF-0186-4356-B865-7AEA1F678930}" type="presParOf" srcId="{D2E5F4F8-840B-43E8-B191-3E27D3F8D0CF}" destId="{A120B166-C6A9-44EC-8679-BA24B31BF97E}" srcOrd="3" destOrd="0" presId="urn:microsoft.com/office/officeart/2024/layout/BulletTimeline"/>
    <dgm:cxn modelId="{9C919C17-BDC4-4F0C-B6C0-262E790C1D92}" type="presParOf" srcId="{D2E5F4F8-840B-43E8-B191-3E27D3F8D0CF}" destId="{38A82399-4078-4508-BE69-EADF9A9E4032}" srcOrd="4" destOrd="0" presId="urn:microsoft.com/office/officeart/2024/layout/BulletTimeline"/>
    <dgm:cxn modelId="{503ABB38-CA54-44CA-8844-182F1FE7823A}" type="presParOf" srcId="{38A82399-4078-4508-BE69-EADF9A9E4032}" destId="{9E2B7921-308C-4200-A233-70A2FC3A2736}" srcOrd="0" destOrd="0" presId="urn:microsoft.com/office/officeart/2024/layout/BulletTimeline"/>
    <dgm:cxn modelId="{D7C3314A-34C5-4CCF-A2B0-5BCA3BC499A3}" type="presParOf" srcId="{D2E5F4F8-840B-43E8-B191-3E27D3F8D0CF}" destId="{6C986828-EB71-47BD-9E3D-EA580E047E71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515D7-7B70-4823-A69A-33686DB0BDA0}">
      <dsp:nvSpPr>
        <dsp:cNvPr id="0" name=""/>
        <dsp:cNvSpPr/>
      </dsp:nvSpPr>
      <dsp:spPr>
        <a:xfrm>
          <a:off x="0" y="2682240"/>
          <a:ext cx="10417776" cy="5418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71104-9B92-4F41-85F8-152B9BD4887C}">
      <dsp:nvSpPr>
        <dsp:cNvPr id="0" name=""/>
        <dsp:cNvSpPr/>
      </dsp:nvSpPr>
      <dsp:spPr>
        <a:xfrm>
          <a:off x="10134494" y="2492586"/>
          <a:ext cx="325120" cy="43349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1798C-19D4-4732-A948-A0914AC57925}">
      <dsp:nvSpPr>
        <dsp:cNvPr id="0" name=""/>
        <dsp:cNvSpPr/>
      </dsp:nvSpPr>
      <dsp:spPr>
        <a:xfrm>
          <a:off x="679065" y="1235456"/>
          <a:ext cx="2809175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Setup &amp; data</a:t>
          </a:r>
          <a:endParaRPr lang="tr-TR" sz="1500" b="1" kern="1200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Drive mount, </a:t>
          </a:r>
          <a:r>
            <a:rPr lang="en-US" sz="1500" kern="1200" noProof="0" dirty="0" err="1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Zenodo</a:t>
          </a: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download,</a:t>
          </a:r>
          <a:r>
            <a:rPr lang="tr-TR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20-patient subset</a:t>
          </a:r>
          <a:endParaRPr lang="en-US" sz="1500" kern="1200" dirty="0"/>
        </a:p>
      </dsp:txBody>
      <dsp:txXfrm>
        <a:off x="679065" y="1235456"/>
        <a:ext cx="2809175" cy="1257130"/>
      </dsp:txXfrm>
    </dsp:sp>
    <dsp:sp modelId="{2722E925-D6CF-4D1C-A9CF-C005DD36FCA5}">
      <dsp:nvSpPr>
        <dsp:cNvPr id="0" name=""/>
        <dsp:cNvSpPr/>
      </dsp:nvSpPr>
      <dsp:spPr>
        <a:xfrm>
          <a:off x="679065" y="585216"/>
          <a:ext cx="2809175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1+2</a:t>
          </a:r>
          <a:endParaRPr lang="en-US" sz="2000" kern="1200" dirty="0"/>
        </a:p>
      </dsp:txBody>
      <dsp:txXfrm>
        <a:off x="679065" y="585216"/>
        <a:ext cx="2809175" cy="650240"/>
      </dsp:txXfrm>
    </dsp:sp>
    <dsp:sp modelId="{4BED1422-5051-4323-87C3-F45487FBD7BA}">
      <dsp:nvSpPr>
        <dsp:cNvPr id="0" name=""/>
        <dsp:cNvSpPr/>
      </dsp:nvSpPr>
      <dsp:spPr>
        <a:xfrm>
          <a:off x="321025" y="541866"/>
          <a:ext cx="42122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438C7-1712-486F-A6AB-B1E7F26C6781}">
      <dsp:nvSpPr>
        <dsp:cNvPr id="0" name=""/>
        <dsp:cNvSpPr/>
      </dsp:nvSpPr>
      <dsp:spPr>
        <a:xfrm>
          <a:off x="2420632" y="3814741"/>
          <a:ext cx="2809175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Anatomy inference</a:t>
          </a:r>
          <a:endParaRPr lang="en-US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MONAI bundle, sliding window,</a:t>
          </a:r>
          <a:r>
            <a:rPr lang="tr-TR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Dice vs Yuan23</a:t>
          </a:r>
          <a:endParaRPr lang="en-US" sz="1500" kern="1200" dirty="0"/>
        </a:p>
      </dsp:txBody>
      <dsp:txXfrm>
        <a:off x="2420632" y="3814741"/>
        <a:ext cx="2809175" cy="1018709"/>
      </dsp:txXfrm>
    </dsp:sp>
    <dsp:sp modelId="{38BB5AE0-488E-4A0F-A01B-3E59110329EB}">
      <dsp:nvSpPr>
        <dsp:cNvPr id="0" name=""/>
        <dsp:cNvSpPr/>
      </dsp:nvSpPr>
      <dsp:spPr>
        <a:xfrm>
          <a:off x="2420632" y="3142826"/>
          <a:ext cx="2809175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3</a:t>
          </a:r>
          <a:endParaRPr lang="en-US" sz="2000" kern="1200" dirty="0"/>
        </a:p>
      </dsp:txBody>
      <dsp:txXfrm>
        <a:off x="2420632" y="3142826"/>
        <a:ext cx="2809175" cy="671914"/>
      </dsp:txXfrm>
    </dsp:sp>
    <dsp:sp modelId="{EFA326BC-C4EF-4B62-8580-9653BD61AE11}">
      <dsp:nvSpPr>
        <dsp:cNvPr id="0" name=""/>
        <dsp:cNvSpPr/>
      </dsp:nvSpPr>
      <dsp:spPr>
        <a:xfrm>
          <a:off x="2062591" y="2709333"/>
          <a:ext cx="42122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7D3EF-3D7B-41CF-9A0E-0D6614BE3CBE}">
      <dsp:nvSpPr>
        <dsp:cNvPr id="0" name=""/>
        <dsp:cNvSpPr/>
      </dsp:nvSpPr>
      <dsp:spPr>
        <a:xfrm>
          <a:off x="232568" y="2599815"/>
          <a:ext cx="219036" cy="2190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422C4-B773-40CB-AC01-39499C444643}">
      <dsp:nvSpPr>
        <dsp:cNvPr id="0" name=""/>
        <dsp:cNvSpPr/>
      </dsp:nvSpPr>
      <dsp:spPr>
        <a:xfrm>
          <a:off x="1974134" y="2599815"/>
          <a:ext cx="219036" cy="2190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1E44E-E755-4E77-B0B2-B1D79500F3CE}">
      <dsp:nvSpPr>
        <dsp:cNvPr id="0" name=""/>
        <dsp:cNvSpPr/>
      </dsp:nvSpPr>
      <dsp:spPr>
        <a:xfrm>
          <a:off x="4162199" y="1235456"/>
          <a:ext cx="2809175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Lesion evaluation</a:t>
          </a:r>
          <a:endParaRPr lang="tr-TR" sz="1500" b="1" kern="1200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Read Bosma22a as</a:t>
          </a:r>
          <a:r>
            <a:rPr lang="tr-TR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sz="1500" kern="1200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prediction</a:t>
          </a: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,</a:t>
          </a:r>
          <a:r>
            <a:rPr lang="tr-TR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official PI-CAI metrics</a:t>
          </a:r>
          <a:endParaRPr lang="en-US" sz="1500" kern="1200" dirty="0"/>
        </a:p>
      </dsp:txBody>
      <dsp:txXfrm>
        <a:off x="4162199" y="1235456"/>
        <a:ext cx="2809175" cy="1257130"/>
      </dsp:txXfrm>
    </dsp:sp>
    <dsp:sp modelId="{BCD7CE00-6D59-4D6E-8F17-D105CFEB1CA4}">
      <dsp:nvSpPr>
        <dsp:cNvPr id="0" name=""/>
        <dsp:cNvSpPr/>
      </dsp:nvSpPr>
      <dsp:spPr>
        <a:xfrm>
          <a:off x="4162199" y="585216"/>
          <a:ext cx="2809175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4</a:t>
          </a:r>
          <a:endParaRPr lang="en-US" sz="2000" kern="1200" dirty="0"/>
        </a:p>
      </dsp:txBody>
      <dsp:txXfrm>
        <a:off x="4162199" y="585216"/>
        <a:ext cx="2809175" cy="650240"/>
      </dsp:txXfrm>
    </dsp:sp>
    <dsp:sp modelId="{01F50366-6DD0-4835-AA50-437E5C145796}">
      <dsp:nvSpPr>
        <dsp:cNvPr id="0" name=""/>
        <dsp:cNvSpPr/>
      </dsp:nvSpPr>
      <dsp:spPr>
        <a:xfrm>
          <a:off x="3804158" y="541866"/>
          <a:ext cx="42122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60596-0422-43D8-82CB-E6DA644D8194}">
      <dsp:nvSpPr>
        <dsp:cNvPr id="0" name=""/>
        <dsp:cNvSpPr/>
      </dsp:nvSpPr>
      <dsp:spPr>
        <a:xfrm>
          <a:off x="5903765" y="3814741"/>
          <a:ext cx="2809175" cy="101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noProof="0" dirty="0" err="1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Visualisation</a:t>
          </a:r>
          <a:endParaRPr lang="tr-TR" sz="1500" b="1" kern="1200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Failure cases, dashboard,</a:t>
          </a:r>
          <a:r>
            <a:rPr lang="tr-TR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sz="1500" kern="1200" noProof="0" dirty="0">
              <a:solidFill>
                <a:srgbClr val="475569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summary card</a:t>
          </a:r>
          <a:endParaRPr lang="en-US" sz="1500" kern="1200" dirty="0"/>
        </a:p>
      </dsp:txBody>
      <dsp:txXfrm>
        <a:off x="5903765" y="3814741"/>
        <a:ext cx="2809175" cy="1018709"/>
      </dsp:txXfrm>
    </dsp:sp>
    <dsp:sp modelId="{BAB90244-2F29-450B-AECC-855CE9369405}">
      <dsp:nvSpPr>
        <dsp:cNvPr id="0" name=""/>
        <dsp:cNvSpPr/>
      </dsp:nvSpPr>
      <dsp:spPr>
        <a:xfrm>
          <a:off x="5903765" y="3142826"/>
          <a:ext cx="2809175" cy="6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noProof="0" dirty="0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Step 5</a:t>
          </a:r>
          <a:endParaRPr lang="en-US" sz="2000" kern="1200" dirty="0"/>
        </a:p>
      </dsp:txBody>
      <dsp:txXfrm>
        <a:off x="5903765" y="3142826"/>
        <a:ext cx="2809175" cy="671914"/>
      </dsp:txXfrm>
    </dsp:sp>
    <dsp:sp modelId="{AF920CA0-D4AD-4612-905B-15325D911146}">
      <dsp:nvSpPr>
        <dsp:cNvPr id="0" name=""/>
        <dsp:cNvSpPr/>
      </dsp:nvSpPr>
      <dsp:spPr>
        <a:xfrm>
          <a:off x="5545725" y="2709333"/>
          <a:ext cx="42122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1A33B-7464-4391-9A6A-D12C46718FBE}">
      <dsp:nvSpPr>
        <dsp:cNvPr id="0" name=""/>
        <dsp:cNvSpPr/>
      </dsp:nvSpPr>
      <dsp:spPr>
        <a:xfrm>
          <a:off x="3715701" y="2599815"/>
          <a:ext cx="219036" cy="2190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1C6C34-6014-480E-9CFB-04820499D504}">
      <dsp:nvSpPr>
        <dsp:cNvPr id="0" name=""/>
        <dsp:cNvSpPr/>
      </dsp:nvSpPr>
      <dsp:spPr>
        <a:xfrm>
          <a:off x="5457268" y="2599815"/>
          <a:ext cx="219036" cy="2190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A000F-08EB-4D55-BF7A-0AB74A1EFC05}">
      <dsp:nvSpPr>
        <dsp:cNvPr id="0" name=""/>
        <dsp:cNvSpPr/>
      </dsp:nvSpPr>
      <dsp:spPr>
        <a:xfrm>
          <a:off x="7645332" y="1235456"/>
          <a:ext cx="2809175" cy="1257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 noProof="0" dirty="0" err="1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Slide</a:t>
          </a:r>
          <a:r>
            <a:rPr lang="tr-TR" sz="1500" b="1" kern="1200" noProof="0" dirty="0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 </a:t>
          </a:r>
          <a:r>
            <a:rPr lang="tr-TR" sz="1500" b="1" kern="1200" noProof="0" dirty="0" err="1">
              <a:solidFill>
                <a:srgbClr val="1A1F2E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rPr>
            <a:t>Deck</a:t>
          </a:r>
          <a:endParaRPr lang="tr-TR" sz="1500" b="1" kern="1200" noProof="0" dirty="0">
            <a:solidFill>
              <a:srgbClr val="1A1F2E"/>
            </a:solidFill>
            <a:latin typeface="Times New Roman" panose="02020603050405020304" pitchFamily="18" charset="0"/>
            <a:ea typeface="Georgia" pitchFamily="34" charset="-122"/>
            <a:cs typeface="Times New Roman" panose="02020603050405020304" pitchFamily="18" charset="0"/>
          </a:endParaRP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PNG + CSV + JSON</a:t>
          </a:r>
          <a:r>
            <a:rPr lang="tr-TR" sz="1500" kern="1200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 </a:t>
          </a:r>
          <a:r>
            <a:rPr lang="en-US" sz="1500" kern="1200" noProof="0" dirty="0">
              <a:solidFill>
                <a:srgbClr val="546174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consumed downstream</a:t>
          </a:r>
          <a:endParaRPr lang="en-US" sz="1500" kern="1200" dirty="0">
            <a:solidFill>
              <a:srgbClr val="546174"/>
            </a:solidFill>
          </a:endParaRPr>
        </a:p>
      </dsp:txBody>
      <dsp:txXfrm>
        <a:off x="7645332" y="1235456"/>
        <a:ext cx="2809175" cy="1257130"/>
      </dsp:txXfrm>
    </dsp:sp>
    <dsp:sp modelId="{4D288E6E-1A12-45AE-95C5-ECB54536749F}">
      <dsp:nvSpPr>
        <dsp:cNvPr id="0" name=""/>
        <dsp:cNvSpPr/>
      </dsp:nvSpPr>
      <dsp:spPr>
        <a:xfrm>
          <a:off x="7645332" y="585216"/>
          <a:ext cx="2809175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b="1" kern="1200" noProof="0" dirty="0" err="1">
              <a:solidFill>
                <a:srgbClr val="065A82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rPr>
            <a:t>Output</a:t>
          </a:r>
          <a:endParaRPr lang="en-US" sz="2000" kern="1200" dirty="0"/>
        </a:p>
      </dsp:txBody>
      <dsp:txXfrm>
        <a:off x="7645332" y="585216"/>
        <a:ext cx="2809175" cy="650240"/>
      </dsp:txXfrm>
    </dsp:sp>
    <dsp:sp modelId="{A120B166-C6A9-44EC-8679-BA24B31BF97E}">
      <dsp:nvSpPr>
        <dsp:cNvPr id="0" name=""/>
        <dsp:cNvSpPr/>
      </dsp:nvSpPr>
      <dsp:spPr>
        <a:xfrm>
          <a:off x="7287292" y="541866"/>
          <a:ext cx="42122" cy="216746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2B7921-308C-4200-A233-70A2FC3A2736}">
      <dsp:nvSpPr>
        <dsp:cNvPr id="0" name=""/>
        <dsp:cNvSpPr/>
      </dsp:nvSpPr>
      <dsp:spPr>
        <a:xfrm>
          <a:off x="7198835" y="2599815"/>
          <a:ext cx="219036" cy="2190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91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Cross-dataset evaluation of pretrained</a:t>
            </a:r>
            <a:endParaRPr lang="en-US" sz="40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prostate-MRI segmentation models</a:t>
            </a:r>
          </a:p>
          <a:p>
            <a:pPr>
              <a:lnSpc>
                <a:spcPct val="110000"/>
              </a:lnSpc>
            </a:pPr>
            <a:r>
              <a:rPr lang="en-US" sz="40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on the PI-CAI cohort</a:t>
            </a:r>
            <a:endParaRPr lang="en-US" sz="4000" b="1" noProof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38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14630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Ege Karaurgan</a:t>
            </a:r>
            <a:endParaRPr lang="en-US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noProof="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i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github.com/</a:t>
            </a:r>
            <a:r>
              <a:rPr lang="en-US" sz="1200" i="1" noProof="0" dirty="0" err="1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ekarau</a:t>
            </a:r>
            <a:r>
              <a:rPr lang="en-US" sz="1200" i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/prostate-</a:t>
            </a:r>
            <a:r>
              <a:rPr lang="en-US" sz="1200" i="1" noProof="0" dirty="0" err="1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</a:t>
            </a:r>
            <a:r>
              <a:rPr lang="en-US" sz="1200" i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</a:t>
            </a:r>
            <a:r>
              <a:rPr lang="en-US" sz="1200" i="1" noProof="0" dirty="0" err="1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picai</a:t>
            </a:r>
            <a:endParaRPr lang="en-US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Why prostate cancer is a screening problem, not just a detection one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2440" y="1575941"/>
            <a:ext cx="68580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Heterogeneous disease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About half of newly diagnosed cases are indolent (ISUP grade 1) and never threaten life. The other half clinically significant prostate cancer (</a:t>
            </a:r>
            <a:r>
              <a:rPr lang="en-US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csPCa</a:t>
            </a: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that has metastatic potential.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opposing failure modes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aggressive disease costs lives. Over-treating indolent disease costs continence and erectile function.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MRI was added to the pathway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Multi-parametric MRI was introduced specifically to triage which patients actually need a biopsy — not as a diagnostic on its own.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87640" y="1417320"/>
            <a:ext cx="3931920" cy="146304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87640" y="14173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8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2nd</a:t>
            </a:r>
            <a:endParaRPr lang="en-US" sz="4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87640" y="2240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common cancer in men globally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87640" y="30632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87640" y="3063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27 – 48</a:t>
            </a: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8764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 over-diagnosed to prevent one death (ERSPC, 16-yr)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87640" y="4709160"/>
            <a:ext cx="3931920" cy="146304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87640" y="4709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8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~50%</a:t>
            </a:r>
            <a:endParaRPr lang="en-US" sz="4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87640" y="5532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 detected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tumours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are indolent (no treatment needed)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45240" y="6903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09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diagnostic pathway and where AI sits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558212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582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PSA test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71800" y="155821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83280" y="1558212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DBEAF2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83280" y="15582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mpMRI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15000" y="155821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26480" y="1558212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DBEAF2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15582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PI-RADS score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58200" y="155821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69680" y="1558212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69680" y="155821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Biopsy decision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97680" y="2728644"/>
            <a:ext cx="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40880" y="2728644"/>
            <a:ext cx="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30117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PSA alone is non-specific.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BPH and prostatitis also elevate it. Pre-MRI biopsy missed ~30% of </a:t>
            </a:r>
            <a:r>
              <a:rPr lang="en-US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csPCa</a:t>
            </a:r>
            <a:r>
              <a:rPr lang="en-US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(PROMIS, Ahmed 2017).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 trial (</a:t>
            </a:r>
            <a:r>
              <a:rPr lang="en-US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Kasivisvanathan</a:t>
            </a: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2018):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MRI-targeted biopsy detected more </a:t>
            </a:r>
            <a:r>
              <a:rPr lang="en-US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csPCa</a:t>
            </a:r>
            <a:r>
              <a:rPr lang="en-US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and fewer indolent cancers than systematic biopsy.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remaining bottleneck: reader variability.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Inter-reader agreement on PI-RADS κ ≈ 0.4–0.6 even among trained radiologists. AI is positioned to flatten that.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0" y="67702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Multi-parametric MRI — three sequences, one diagnostic question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602857"/>
              </p:ext>
            </p:extLst>
          </p:nvPr>
        </p:nvGraphicFramePr>
        <p:xfrm>
          <a:off x="457200" y="1691640"/>
          <a:ext cx="5943600" cy="2286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Sequence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Physics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csPCa</a:t>
                      </a: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signature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T2-weighted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T2 relaxation contrast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Hypointense in PZ background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DWI / HBV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Restricted Brownian motion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Hyperintense (</a:t>
                      </a:r>
                      <a:r>
                        <a:rPr lang="en-US" sz="1200" noProof="0" dirty="0" err="1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tumour</a:t>
                      </a: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cellularity blocks diffusion)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ADC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Quantitative map from DWI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Hypointense — removes T2 shine-through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00479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read together?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Restricted diffusion alone can come from prostatitis, </a:t>
            </a:r>
            <a:r>
              <a:rPr lang="en-US" sz="16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haemorrhage</a:t>
            </a:r>
            <a:r>
              <a:rPr lang="en-US" sz="16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or dense BPH nodules. The three sequences together raise specificity.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75120" y="5672079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Fig. 1 — Sample case from the 20-patient subset (case 10000)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430000" y="6903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5F26D3-069E-D0DD-96A2-4FAA394C7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054" t="3081"/>
          <a:stretch>
            <a:fillRect/>
          </a:stretch>
        </p:blipFill>
        <p:spPr>
          <a:xfrm>
            <a:off x="8382276" y="3613750"/>
            <a:ext cx="1768925" cy="1832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719061-19F1-F366-2561-A2850EA1C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5" r="33768"/>
          <a:stretch>
            <a:fillRect/>
          </a:stretch>
        </p:blipFill>
        <p:spPr>
          <a:xfrm>
            <a:off x="7311321" y="1781219"/>
            <a:ext cx="3756798" cy="1832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160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PI-CAI Challenge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3740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Prostate Imaging: Cancer AI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50316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Organised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by the Diagnostic Image Analysis Group, Radboud University Medical Center.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097522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23468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1500</a:t>
            </a: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310336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in the public training set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351484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Four </a:t>
            </a:r>
            <a:r>
              <a:rPr lang="en-US" sz="10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centres</a:t>
            </a: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RUMC, ZGT, PCNN, NTNU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7560" y="2097522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7560" y="223468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1000</a:t>
            </a: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310336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patients in the private test set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351484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Held out for the official leaderboard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2097522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223468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1295</a:t>
            </a: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310336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human-expert lesion annotations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351484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+205 added in the Pooch25 release (May 2025)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98280" y="2097522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098280" y="223468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</a:t>
            </a: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235440" y="310336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official baseline models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35440" y="351484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U-Net · </a:t>
            </a:r>
            <a:r>
              <a:rPr lang="en-US" sz="10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nnU</a:t>
            </a: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-Net · </a:t>
            </a:r>
            <a:r>
              <a:rPr lang="en-US" sz="10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nnDetection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4474962"/>
            <a:ext cx="11247120" cy="164592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77240" y="461212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PI-CAI ranking score = </a:t>
            </a:r>
            <a:r>
              <a:rPr lang="en-US" sz="1600" b="1" i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(Average Precision + AUROC) / 2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noProof="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 measures lesion-level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localisation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; AUROC measures patient-level discrimination. The mean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penalises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lopsided models that excel at only one. This is the single number that ranks submissions on the leaderboard.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0" y="676096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Project scope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From the brief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Download the PI-CAI dataset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Re-implement (use) the baseline algorithms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Visualise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data and ground-truth segmentations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Report anatomical segmentation performance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Report lesion segmentation performance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5166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 the parenthetical. </a:t>
            </a:r>
            <a:r>
              <a:rPr lang="en-US" sz="16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brief explicitly allows using pretrained baselines rather than retraining from scratch.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What I built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87452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1874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1–2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Environment,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Zenodo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download, balanced 20-patient subset (10 positive + 10 negative)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3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MONAI bundle inference for zonal anatomy, Dice vs Yuan23 reference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342900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4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368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PI-CAI U-Net baseline evaluation, official ranking metrics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0" y="4206240"/>
            <a:ext cx="7315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0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 5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0" y="4480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Failure-case figures, results dashboard, summary card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51663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Idempotent pipeline. </a:t>
            </a:r>
            <a:r>
              <a:rPr lang="en-US" sz="16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notebook reaches the same artefacts from any starting state.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0" y="69037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/ 19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28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Cohort and the 20-patient subset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243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PI-CAI training set ships as five folds. I worked on fold 0 (295 patients, 5.4 GB) and selected a balanced 20-case subset from it. Deterministic selection — anyone cloning the repo reproduces it exactly.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0387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Subset composition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167383"/>
              </p:ext>
            </p:extLst>
          </p:nvPr>
        </p:nvGraphicFramePr>
        <p:xfrm>
          <a:off x="457200" y="2515069"/>
          <a:ext cx="5486400" cy="10972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Group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ISUP grades present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 err="1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csPCa</a:t>
                      </a: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-positive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ISUP 2 / 3 / 4 / 5 — full spectrum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 err="1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csPCa</a:t>
                      </a: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-negative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ISUP 0 / 1 — benign or indolent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761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 err="1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Centres</a:t>
            </a:r>
            <a:r>
              <a:rPr lang="en-US" sz="16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represented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41418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RUMC 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(9) · </a:t>
            </a: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PCNN 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(7) · </a:t>
            </a: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ZGT 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(4)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457200" y="45076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</a:t>
            </a:r>
            <a:r>
              <a:rPr lang="en-US" sz="1600" i="1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centre</a:t>
            </a:r>
            <a:r>
              <a:rPr lang="en-US" sz="16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coverage — important for </a:t>
            </a:r>
            <a:r>
              <a:rPr lang="en-US" sz="1600" i="1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generalisation</a:t>
            </a:r>
            <a:r>
              <a:rPr lang="en-US" sz="16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claims.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0" y="20387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Clinical characteristics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1610"/>
              </p:ext>
            </p:extLst>
          </p:nvPr>
        </p:nvGraphicFramePr>
        <p:xfrm>
          <a:off x="6400800" y="2515069"/>
          <a:ext cx="530352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Positive (n=10)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Negative (n=10)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Mean age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64.8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63.4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Median PSA (ng/ml)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12.7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6.4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Mean prostate volume (cc)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53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48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5239140"/>
            <a:ext cx="11247120" cy="91440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0080" y="53039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Caveat</a:t>
            </a:r>
            <a:endParaRPr lang="tr-TR" sz="1600" b="1" noProof="0" dirty="0">
              <a:solidFill>
                <a:srgbClr val="F5A623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cases is a demonstration sample, not a population estimate. Confidence intervals at this n are wide and I do not claim statistical inference.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1430000" y="67021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19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Annotation stack — three orthogonal label layers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85800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 err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picai_labels</a:t>
            </a:r>
            <a:r>
              <a:rPr lang="en-US" sz="1400" b="1" noProof="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noProof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├── </a:t>
            </a:r>
            <a:r>
              <a:rPr lang="en-US" sz="1400" noProof="0" dirty="0" err="1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anatomical_delineations</a:t>
            </a:r>
            <a:r>
              <a:rPr lang="en-US" sz="1400" noProof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│   ├── </a:t>
            </a:r>
            <a:r>
              <a:rPr lang="en-US" sz="1400" noProof="0" dirty="0" err="1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whole_gland</a:t>
            </a: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/AI/Bosma22b/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│   └── </a:t>
            </a:r>
            <a:r>
              <a:rPr lang="en-US" sz="1400" b="1" noProof="0" dirty="0" err="1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zonal_pz_tz</a:t>
            </a:r>
            <a:r>
              <a:rPr lang="en-US" sz="1400" b="1" noProof="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/AI/Yuan23/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noProof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├── </a:t>
            </a:r>
            <a:r>
              <a:rPr lang="en-US" sz="1400" noProof="0" dirty="0" err="1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csPCa_lesion_delineations</a:t>
            </a:r>
            <a:r>
              <a:rPr lang="en-US" sz="1400" noProof="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│   ├── AI/Bosma22a/   </a:t>
            </a:r>
            <a:r>
              <a:rPr lang="en-US" sz="1400" i="1" noProof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← used as prediction (Step 4)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│   └── </a:t>
            </a:r>
            <a:r>
              <a:rPr lang="en-US" sz="1400" noProof="0" dirty="0" err="1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human_expert</a:t>
            </a: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/{resampled, Pooch25}/   </a:t>
            </a:r>
            <a:r>
              <a:rPr lang="en-US" sz="1400" i="1" noProof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← used as GT</a:t>
            </a:r>
            <a:endParaRPr lang="en-US" sz="1400" noProof="0" dirty="0"/>
          </a:p>
          <a:p>
            <a:pPr marL="0" indent="0">
              <a:buNone/>
            </a:pP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└── </a:t>
            </a:r>
            <a:r>
              <a:rPr lang="en-US" sz="1400" noProof="0" dirty="0" err="1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clinical_information</a:t>
            </a:r>
            <a:r>
              <a:rPr lang="en-US" sz="1400" noProof="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Times New Roman" panose="02020603050405020304" pitchFamily="18" charset="0"/>
              </a:rPr>
              <a:t>/marksheet.csv</a:t>
            </a:r>
            <a:endParaRPr lang="en-U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7630643" y="4385983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Ground-truth overlays for case 10000</a:t>
            </a:r>
            <a:endParaRPr lang="en-US" sz="900" noProof="0" dirty="0"/>
          </a:p>
        </p:txBody>
      </p:sp>
      <p:sp>
        <p:nvSpPr>
          <p:cNvPr id="8" name="Shape 6"/>
          <p:cNvSpPr/>
          <p:nvPr/>
        </p:nvSpPr>
        <p:spPr>
          <a:xfrm>
            <a:off x="498323" y="4797463"/>
            <a:ext cx="1124712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18363" y="4888903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 convention catch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Yuan23 uses 1 = PZ, 2 = TZ. The MONAI bundle predicts the opposite (1 = TZ, 2 = PZ). I caught this during evaluation with a four-hypothesis Dice diagnostic. Without the remap, cross-dataset Dice drops from 0.87 to 0.10 — the kind of silent failure that would have made the whole evaluation meaningless.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69BB96-C64E-DE27-5C19-7357F0042E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51" r="32962"/>
          <a:stretch>
            <a:fillRect/>
          </a:stretch>
        </p:blipFill>
        <p:spPr>
          <a:xfrm>
            <a:off x="8186637" y="1005840"/>
            <a:ext cx="3243363" cy="158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5F169F-409D-7B9E-FD71-6BA7749223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77" t="5751"/>
          <a:stretch>
            <a:fillRect/>
          </a:stretch>
        </p:blipFill>
        <p:spPr>
          <a:xfrm>
            <a:off x="9050604" y="2664823"/>
            <a:ext cx="1515427" cy="158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Pipeline</a:t>
            </a:r>
            <a:endParaRPr lang="en-US" sz="4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 / 19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EA630EEB-A8F7-5186-1243-657B915186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8580695"/>
              </p:ext>
            </p:extLst>
          </p:nvPr>
        </p:nvGraphicFramePr>
        <p:xfrm>
          <a:off x="849086" y="1059576"/>
          <a:ext cx="1045961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Method I — anatomical zonal segmentation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Task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Voxel-wise 3-class segmentation on T2-weighted MRI: background (0), transitional zone / central gland (1), peripheral zone (2).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Reported on prostate158 test set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08887"/>
              </p:ext>
            </p:extLst>
          </p:nvPr>
        </p:nvGraphicFramePr>
        <p:xfrm>
          <a:off x="457200" y="3063240"/>
          <a:ext cx="5486400" cy="11887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Zone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Dice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Hausdorff</a:t>
                      </a: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(mm)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TZ (central gland)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18.3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PZ (peripheral zone)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0.75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22.8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Replicated input pipeline (from </a:t>
            </a:r>
            <a:r>
              <a:rPr lang="en-US" sz="2000" b="1" noProof="0" dirty="0" err="1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inference.json</a:t>
            </a: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)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0" y="178308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LoadImaged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read .</a:t>
            </a:r>
            <a:r>
              <a:rPr lang="en-US" sz="14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mha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EnsureChannelFirstd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(1, X, Y, Z)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Orientationd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(RAS)  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</a:t>
            </a:r>
            <a:r>
              <a:rPr lang="en-US" sz="14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canonicalise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Spacingd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(0.5³)  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iso resample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ScaleIntensityd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 </a:t>
            </a:r>
            <a:r>
              <a:rPr lang="en-US" sz="14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NormalizeIntensityd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SlidingWindowInferer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</a:t>
            </a:r>
            <a:r>
              <a:rPr lang="en-US" sz="14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roi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96³, overlap 0.5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4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7.  </a:t>
            </a: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argmax + </a:t>
            </a:r>
            <a:r>
              <a:rPr lang="en-US" sz="14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KeepLargestCC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Replication, not approximation</a:t>
            </a:r>
            <a:endParaRPr lang="tr-TR" sz="1400" b="1" dirty="0">
              <a:solidFill>
                <a:srgbClr val="F5A623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transform is copied bit-for-bit from the bundle's </a:t>
            </a:r>
            <a:r>
              <a:rPr lang="en-US" sz="1400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inference.json</a:t>
            </a:r>
            <a:r>
              <a:rPr lang="en-US" sz="14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The model was trained on prostate158 (also 0.5 mm iso resampling) — doing the same at inference is the prerequisite for any cross-dataset comparison.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U-Net</a:t>
            </a:r>
            <a:r>
              <a:rPr lang="en-US" sz="32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mathematics — what the architecture actually computes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3466"/>
            <a:ext cx="576072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ENCODER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∈ ℝ^{1×D×H×W}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↓ Conv³ +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ReLU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Conv³ +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ReLU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Pool³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↓ Conv³ +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ReLU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Conv³ +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ReLU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Pool³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↓ ... 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BOTTLENECK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↑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Upsample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concat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(skip) + Conv³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↑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Upsample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concat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(skip) + Conv³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12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DECODER → ŷ ∈ ℝ^{3×D×H×W}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3996301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Fig. 3 — 3D U-Net schematic (Çiçek et al. 2016, after </a:t>
            </a:r>
            <a:r>
              <a:rPr lang="en-US" sz="1000" i="1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Ronneberger</a:t>
            </a:r>
            <a:r>
              <a:rPr lang="en-US" sz="10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2015)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0" y="1097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Forward pass at encoder level ℓ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5303520" cy="73152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h_ℓ = σ( W_ℓ⁽²⁾ ∗ σ( W_ℓ⁽¹⁾ ∗ h_{ℓ−1} + b_ℓ⁽¹⁾ ) + b_ℓ⁽²⁾ )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Skip connection at decoder level ℓ</a:t>
            </a:r>
            <a:endParaRPr lang="en-US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2606040"/>
            <a:ext cx="5303520" cy="59436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d_ℓ = Up( d_{ℓ+1} )   ‖   h_ℓ      (</a:t>
            </a:r>
            <a:r>
              <a:rPr lang="en-US" sz="1400" i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concat</a:t>
            </a:r>
            <a:r>
              <a:rPr lang="en-US" sz="14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on channel)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3337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Gradient flow — why skips work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∂ℒ/∂h_ℓ = (∂ℒ/∂d_ℓ) · I + (deep path)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40233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Identity term ⇒ early layers receive non-vanishing gradient even when the deep path saturates. Same intuition as </a:t>
            </a:r>
            <a:r>
              <a:rPr lang="en-US" sz="1050" i="1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ResNet</a:t>
            </a:r>
            <a:r>
              <a:rPr lang="en-US" sz="105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(He et al. 2016).</a:t>
            </a:r>
            <a:endParaRPr lang="en-US" sz="105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CADCFC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Focal soft-Dice loss (Adams 2022)</a:t>
            </a:r>
            <a:endParaRPr lang="en-US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noProof="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ℒ_Dice</a:t>
            </a:r>
            <a:r>
              <a:rPr lang="en-US" sz="1400" i="1" noProof="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1 − (2 Σ pᵥ gᵥ + ε) / (Σ pᵥ + Σ gᵥ + ε)        </a:t>
            </a:r>
            <a:r>
              <a:rPr lang="en-US" sz="1400" i="1" noProof="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ℒ_Focal</a:t>
            </a:r>
            <a:r>
              <a:rPr lang="en-US" sz="1400" i="1" noProof="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−(1 − pᵥ)^γ · log(pᵥ)</a:t>
            </a:r>
            <a:endParaRPr lang="en-US" sz="14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noProof="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Dice handles class imbalance (lesion ≪ background). Focal weights easy/hard samples (γ = 2 typical).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0" y="66751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 / 19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Method II — </a:t>
            </a:r>
            <a:r>
              <a:rPr lang="en-US" sz="36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csPCa</a:t>
            </a: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lesion detection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00584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Input — three-channel stack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= [ x_T2W , </a:t>
            </a:r>
            <a:r>
              <a:rPr lang="en-US" sz="1600" i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x_ADC</a:t>
            </a:r>
            <a:r>
              <a:rPr lang="en-US" sz="16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, </a:t>
            </a:r>
            <a:r>
              <a:rPr lang="en-US" sz="1600" i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x_HBV</a:t>
            </a:r>
            <a:r>
              <a:rPr lang="en-US" sz="16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] ∈ ℝ^{3 × D × H × W}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Architecture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3D U-Net family as Method I, but configured automatically by </a:t>
            </a:r>
            <a:r>
              <a:rPr lang="en-US" sz="1600" b="1" noProof="0" dirty="0" err="1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nnU</a:t>
            </a: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-Net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(Isensee 2021).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nnU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-Net is not a new architecture — it is a self-configuring pipeline that picks patch size,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normalisation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augmentation and learning rate from dataset fingerprints.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Semi-supervised training trick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0" y="17373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</a:t>
            </a:r>
            <a:r>
              <a:rPr lang="en-US" sz="1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220 cases 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had human delineations at training time.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</a:t>
            </a:r>
            <a:r>
              <a:rPr lang="en-US" sz="1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1280 cases 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had report-level labels only (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csPCa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yes/no, no mask).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Pseudo-labels for the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unlabelled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1280 were generated by an earlier model, then training continued jointly with consistency </a:t>
            </a:r>
            <a:r>
              <a:rPr lang="en-US" sz="16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regularisation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 used the released output and did not retrain.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trained checkpoint ships inside a Grand Challenge Docker container, not as a downloadable weight file. Retraining on fold 0 alone would have produced a strictly weaker model than the released one, which saw the full 1500-case set. The PI-CAI labels repository ships </a:t>
            </a:r>
            <a:r>
              <a:rPr lang="en-US" sz="1600" i="1" noProof="0" dirty="0">
                <a:solidFill>
                  <a:srgbClr val="065A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Bosma22a/{case}.nii.gz</a:t>
            </a:r>
            <a:r>
              <a:rPr lang="en-US" sz="16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the deterministic per-case output of that trained model. Reading this file is operationally equivalent to running the model.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Evaluation metrics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Anatomical segmentation — Dice (Dice 1945)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solidFill>
            <a:srgbClr val="DBEAF2"/>
          </a:solidFill>
          <a:ln w="12700">
            <a:solidFill>
              <a:srgbClr val="DBEAF2"/>
            </a:solidFill>
            <a:prstDash val="solid"/>
          </a:ln>
        </p:spPr>
        <p:txBody>
          <a:bodyPr/>
          <a:lstStyle/>
          <a:p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DSC(P, G)  =  2 · | P ∩ G |  /  ( | P | + | G | )      ∈   [ 0 , 1 ]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 for medical overlap — tolerant to imbalance because it ignores background entirely.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Lesion detection — three numbers the PI-CAI leaderboard reports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38221"/>
              </p:ext>
            </p:extLst>
          </p:nvPr>
        </p:nvGraphicFramePr>
        <p:xfrm>
          <a:off x="457200" y="2971800"/>
          <a:ext cx="1124712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Formula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What it answers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Lesion AP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∫ Precision </a:t>
                      </a:r>
                      <a:r>
                        <a:rPr lang="en-US" sz="1200" noProof="0" dirty="0" err="1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dRecall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Of predicted lesions, how many overlap a true lesion?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Patient AUROC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∫ TPR </a:t>
                      </a:r>
                      <a:r>
                        <a:rPr lang="en-US" sz="1200" noProof="0" dirty="0" err="1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dFPR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Can the model rank positive cases above negative ones?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PI-CAI score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( AP + AUROC ) / 2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Single leaderboard number — </a:t>
                      </a:r>
                      <a:r>
                        <a:rPr lang="en-US" sz="1200" noProof="0" dirty="0" err="1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penalises</a:t>
                      </a: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lopsided models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3306" y="52335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Confidence-interval caveat.  </a:t>
            </a:r>
            <a:r>
              <a:rPr lang="en-US" sz="1400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 n = 20 and a balanced cohort, AUROC standard error is ≈ 0.10. I report point estimates, not population inference — this is a demonstration evaluation, not a statistical study.</a:t>
            </a:r>
            <a:endParaRPr lang="en-US" sz="1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/ 19</a:t>
            </a:r>
            <a:endParaRPr lang="en-US" sz="1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 — anatomical zonal segmentation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186501"/>
              </p:ext>
            </p:extLst>
          </p:nvPr>
        </p:nvGraphicFramePr>
        <p:xfrm>
          <a:off x="457200" y="1097280"/>
          <a:ext cx="5486400" cy="21945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Statistic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TZ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PZ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Mean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0.73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0.77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Median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0.79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Max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0.94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0.89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Min (3 outliers)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F5A62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0.00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F5A62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0.00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Reference (Adams 2022)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0.88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0.75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74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Read-out.  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Median TZ Dice is within the reference band; PZ Dice slightly </a:t>
            </a:r>
            <a:r>
              <a:rPr lang="en-US" sz="1200" b="1" i="1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exceeds 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prostate158 number. The mean is depressed by three outliers (cases 10022, 10085, 10257) where the bundle produces zero TZ overlap — discussed on the failure-case slide.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17920" y="395984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Fig. 4 — Per-case Dice distribution against prostate158 reference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17920" y="6235579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Fig. 5 — Median-Dice sample (case-level qualitative)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471713-6B3F-CBED-685D-FC3C190B0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90" y="1005908"/>
            <a:ext cx="4665741" cy="28845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3AC6411-C6AA-D858-73FC-D4FEF660A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105" y="4343400"/>
            <a:ext cx="5186030" cy="18006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Results — </a:t>
            </a:r>
            <a:r>
              <a:rPr lang="en-US" sz="3600" b="1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csPCa</a:t>
            </a: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lesion detection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581647"/>
              </p:ext>
            </p:extLst>
          </p:nvPr>
        </p:nvGraphicFramePr>
        <p:xfrm>
          <a:off x="457200" y="1097280"/>
          <a:ext cx="548640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This subset (n=20)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Bosma 2022 (full test)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Lesion AP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0.42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Patient AUROC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F5A62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1.00 *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PI-CAI score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noProof="0" dirty="0">
                          <a:solidFill>
                            <a:srgbClr val="065A8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0.91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1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0.61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Mean voxel Dice (positive)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0.60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noProof="0" dirty="0">
                          <a:solidFill>
                            <a:srgbClr val="1A1F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—</a:t>
                      </a:r>
                      <a:endParaRPr lang="en-US" sz="1200" noProof="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290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* AUROC = 1.00 is an artefact of the balanced 20-case subset</a:t>
            </a:r>
            <a:endParaRPr lang="en-US" sz="14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binary Bosma22a output collapses to a single ROC operating point and cleanly separates 10 vs 10. AP is the substantive number — it reflects lesion-level </a:t>
            </a:r>
            <a:r>
              <a:rPr lang="en-US" sz="1400" i="1" noProof="0" dirty="0" err="1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localisation</a:t>
            </a:r>
            <a:r>
              <a:rPr lang="en-US" sz="14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not just case-level classification.</a:t>
            </a:r>
            <a:endParaRPr lang="en-US" sz="14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17920" y="3580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Fig. 6 — Case-level confusion + per-case Dice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17920" y="5849361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Fig. 7 — Best lesion case (highest Dice positive)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E1D18C-9ACF-3BAB-C1BD-8CF11124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409" y="1198860"/>
            <a:ext cx="5586631" cy="2138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662722-8E68-D88D-2C18-1AC116F8D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80116"/>
            <a:ext cx="5532120" cy="14067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Failure cases — where the models break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Anatomical failure — case 10022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TZ Dice = 0.000,  PZ Dice = 0.888.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bundle pushes the entire prostate into label 2 (PZ) and never predicts label 1 (TZ). One of three subset cases with an unusually large resampled volume (701³). I suspect the sliding-window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inferer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at 96³ patches with overlap 0.5 is hitting a corner of the field-of-view space that prostate158 never trained on.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C729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Lesion failure — case 10294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Dice = 0.0,  TP = 0, FP = 1, FN = 1.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GT and AI place a lesion in the prostate, but in completely different zones. This is the most informative failure: the model agrees there is a lesion, but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mislocalises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it. A radiologist using the AI would still get the right alert — only the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localisation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needs human review.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1CE85B-241C-D125-FCE3-199EFD7F6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10" y="3429000"/>
            <a:ext cx="5637690" cy="19574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16A23C-E50F-912E-6045-7C41A997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8999"/>
            <a:ext cx="5974080" cy="19574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1A1F2E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Discussion, limitations, and where to go next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91440" cy="2377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10B98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What worked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Median TZ Dice 0.87, PZ Dice 0.79 — transfer holds for 17 / 20 cases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Lesion AP 0.81 on a balanced 20-case sample (lesion-level, not just classification)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 reproduces on a fresh 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Colab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runtime, different Google account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91440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55080" y="12344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EF4444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What did not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355080" y="164592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Three anatomical cases collapse to TZ = 0 — large-FOV failure mode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AUROC uninterpretable at n = 20, balanced cohort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Drive I/O dominated wall-clock time over compute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91440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3749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F59E0B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Limitations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16052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 cases is a demonstration, not a population estimate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Lesion GT itself has ~0.5–0.7 inter-observer Dice (</a:t>
            </a:r>
            <a:r>
              <a:rPr lang="en-US" sz="1200" noProof="0" dirty="0" err="1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Cuocolo</a:t>
            </a: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2021)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Zonal Dice measures AI-vs-AI agreement (Yuan23 GT is also automated)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3611880"/>
            <a:ext cx="5532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3611880"/>
            <a:ext cx="91440" cy="2377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55080" y="37490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065A82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Next steps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55080" y="4160520"/>
            <a:ext cx="5166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Full 1500-case run with cross-validation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Patch-size and stride sweep to fix the large-FOV failure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noProof="0" dirty="0">
                <a:solidFill>
                  <a:srgbClr val="1A1F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Calibrate continuous Bosma22a logits, draw a real PR curve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 / 19</a:t>
            </a:r>
            <a:endParaRPr lang="en-US" sz="9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noProof="0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Conclusion</a:t>
            </a:r>
            <a:endParaRPr lang="en-US" sz="3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headline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noProof="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pretrained models — the MONAI zonal-anatomy bundle and the PI-CAI </a:t>
            </a:r>
            <a:r>
              <a:rPr lang="en-US" sz="1600" noProof="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csPCa</a:t>
            </a:r>
            <a:r>
              <a:rPr lang="en-US" sz="1600" noProof="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baseline — transfer to a held-out 20-patient PI-CAI sample without retraining. Anatomical zonal Dice meets or exceeds the prostate158 reference for the majority of cases; the lesion baseline reaches AP 0.81 and PI-CAI score 0.91 on a balanced subset.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F5A62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contribution</a:t>
            </a:r>
            <a:endPara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noProof="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the models — those are by Adams &amp; </a:t>
            </a:r>
            <a:r>
              <a:rPr lang="en-US" sz="1600" noProof="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Bressem</a:t>
            </a:r>
            <a:r>
              <a:rPr lang="en-US" sz="1600" noProof="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(2022) and Bosma et al. (2022). My contribution is the cross-dataset evaluation framework: a reproducible </a:t>
            </a:r>
            <a:r>
              <a:rPr lang="en-US" sz="1600" noProof="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Colab</a:t>
            </a:r>
            <a:r>
              <a:rPr lang="en-US" sz="1600" noProof="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pipeline that takes pretrained prostate-MRI models, aligns them to a different cohort's coordinate space, and reports the standard metrics with failure analysis.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noProof="0" dirty="0">
                <a:solidFill>
                  <a:srgbClr val="47556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18 / 19</a:t>
            </a:r>
            <a:endParaRPr lang="en-US" sz="16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1125CE038E1634D9F29F3ABF55B9533" ma:contentTypeVersion="8" ma:contentTypeDescription="Yeni belge oluşturun." ma:contentTypeScope="" ma:versionID="cf52f69ceb97b612df6dea2dd4a57426">
  <xsd:schema xmlns:xsd="http://www.w3.org/2001/XMLSchema" xmlns:xs="http://www.w3.org/2001/XMLSchema" xmlns:p="http://schemas.microsoft.com/office/2006/metadata/properties" xmlns:ns3="f832ca16-033c-4a12-965d-e30f01fdecc9" targetNamespace="http://schemas.microsoft.com/office/2006/metadata/properties" ma:root="true" ma:fieldsID="c89d45ffd34020a1e1b00d7272afc26d" ns3:_="">
    <xsd:import namespace="f832ca16-033c-4a12-965d-e30f01fdecc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32ca16-033c-4a12-965d-e30f01fdec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32ca16-033c-4a12-965d-e30f01fdecc9" xsi:nil="true"/>
  </documentManagement>
</p:properties>
</file>

<file path=customXml/itemProps1.xml><?xml version="1.0" encoding="utf-8"?>
<ds:datastoreItem xmlns:ds="http://schemas.openxmlformats.org/officeDocument/2006/customXml" ds:itemID="{738E9772-E2ED-4BC3-9C01-A3B4B80044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9DA0EB-5A27-4F94-BB2E-5D481608F9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32ca16-033c-4a12-965d-e30f01fdec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2751A2-E3F4-4510-AFE7-B7BA7726E845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f832ca16-033c-4a12-965d-e30f01fdecc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2476</Words>
  <Application>Microsoft Office PowerPoint</Application>
  <PresentationFormat>Widescreen</PresentationFormat>
  <Paragraphs>325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PI-CAI Cross-Dataset Evaluation</dc:title>
  <dc:subject>PptxGenJS Presentation</dc:subject>
  <dc:creator>Ege Karaurgan</dc:creator>
  <cp:lastModifiedBy>Ege KARAURGAN</cp:lastModifiedBy>
  <cp:revision>27</cp:revision>
  <dcterms:created xsi:type="dcterms:W3CDTF">2026-05-27T08:29:26Z</dcterms:created>
  <dcterms:modified xsi:type="dcterms:W3CDTF">2026-06-06T17:18:48Z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0x01010091125CE038E1634D9F29F3ABF55B9533</vt:lpwstr>
  </property>
</Properties>
</file>